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571b66fb48e4f63" /><Relationship Type="http://schemas.openxmlformats.org/officeDocument/2006/relationships/extended-properties" Target="/docProps/app.xml" Id="Redadd5fbbfb544bd" /><Relationship Type="http://schemas.openxmlformats.org/officeDocument/2006/relationships/officeDocument" Target="/ppt/presentation.xml" Id="Ree53f7e0683e487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4d765f446384806"/>
  </p:sldMasterIdLst>
  <p:notesMasterIdLst>
    <p:notesMasterId xmlns:r="http://schemas.openxmlformats.org/officeDocument/2006/relationships" r:id="R7d63af7cd0f44ce6"/>
  </p:notesMasterIdLst>
  <p:sldIdLst>
    <p:sldId xmlns:r="http://schemas.openxmlformats.org/officeDocument/2006/relationships" id="256" r:id="R7422b80ef6354a23"/>
  </p:sldIdLst>
  <p:sldSz cx="8229600" cy="73152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fd3649dc2134920" /><Relationship Type="http://schemas.openxmlformats.org/officeDocument/2006/relationships/slideMaster" Target="/ppt/slideMasters/slideMaster1.xml" Id="R24d765f446384806" /><Relationship Type="http://schemas.openxmlformats.org/officeDocument/2006/relationships/notesMaster" Target="/ppt/notesMasters/notesMaster1.xml" Id="R7d63af7cd0f44ce6" /><Relationship Type="http://schemas.openxmlformats.org/officeDocument/2006/relationships/presProps" Target="/ppt/presProps.xml" Id="Rbd9fdb08a96f40c7" /><Relationship Type="http://schemas.openxmlformats.org/officeDocument/2006/relationships/tableStyles" Target="/ppt/tableStyles.xml" Id="Re2c79063dc8a4729" /><Relationship Type="http://schemas.openxmlformats.org/officeDocument/2006/relationships/slide" Target="/ppt/slides/slide1.xml" Id="R7422b80ef6354a2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17b0abe5a5e488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289da52a5c24d23" /><Relationship Type="http://schemas.openxmlformats.org/officeDocument/2006/relationships/notesMaster" Target="/ppt/notesMasters/notesMaster1.xml" Id="Rd3b4cb298cb8453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Simulated cohort, n=480. Native ungrouped vector objects converted from the R-generated SVG; no raster figure is embedded. Bootstrap calibration conditions on the selected model. Five-year metrics use the 60-month left limit. The data-derived cutoff is exploratory. These shapes are individually editable, not a data-linked Excel chart.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ec009977d5403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ddd3db8f4647f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4bfa094a764cb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6e7a25888a4a2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88db5756fb426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5f30a348ba4df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D0B18B0-AC20-4F5E-95C6-CD8941AA70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22960" y="2763520"/>
            <a:ext cx="6583680" cy="105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2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21CE7C5-1FE4-4A6D-BC6D-A833E45B2AE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234440" y="4023360"/>
            <a:ext cx="5760720" cy="81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41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656008B-5264-4F5C-A648-0EE8F8113C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22960" y="3048000"/>
            <a:ext cx="658368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83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9437D21-C0CA-489E-8C33-7BFB343AC2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62915" y="568960"/>
            <a:ext cx="7303770" cy="894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2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A1DFA1B-96A2-4321-A1C9-8BC350D5DC0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62915" y="2032000"/>
            <a:ext cx="7303770" cy="4551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1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54305" indent="-154305">
              <a:lnSpc>
                <a:spcPct val="110000"/>
              </a:lnSpc>
              <a:spcBef>
                <a:spcPts val="0"/>
              </a:spcBef>
              <a:spcAft>
                <a:spcPts val="810"/>
              </a:spcAft>
              <a:buChar char="•"/>
            </a:lvl1pPr>
            <a:lvl2pPr marL="360045" indent="-154305">
              <a:lnSpc>
                <a:spcPct val="110000"/>
              </a:lnSpc>
              <a:spcBef>
                <a:spcPts val="0"/>
              </a:spcBef>
              <a:spcAft>
                <a:spcPts val="810"/>
              </a:spcAft>
              <a:buChar char="•"/>
            </a:lvl2pPr>
            <a:lvl3pPr marL="565785" indent="-154305">
              <a:lnSpc>
                <a:spcPct val="110000"/>
              </a:lnSpc>
              <a:spcBef>
                <a:spcPts val="0"/>
              </a:spcBef>
              <a:spcAft>
                <a:spcPts val="810"/>
              </a:spcAft>
              <a:buChar char="•"/>
            </a:lvl3pPr>
            <a:lvl4pPr marL="771525" indent="-154305">
              <a:lnSpc>
                <a:spcPct val="110000"/>
              </a:lnSpc>
              <a:spcBef>
                <a:spcPts val="0"/>
              </a:spcBef>
              <a:spcAft>
                <a:spcPts val="810"/>
              </a:spcAft>
              <a:buChar char="•"/>
            </a:lvl4pPr>
            <a:lvl5pPr marL="977265" indent="-154305">
              <a:lnSpc>
                <a:spcPct val="110000"/>
              </a:lnSpc>
              <a:spcBef>
                <a:spcPts val="0"/>
              </a:spcBef>
              <a:spcAft>
                <a:spcPts val="810"/>
              </a:spcAft>
              <a:buChar char="•"/>
            </a:lvl5pPr>
            <a:lvl6pPr marL="1183005" indent="-154305">
              <a:lnSpc>
                <a:spcPct val="110000"/>
              </a:lnSpc>
              <a:spcBef>
                <a:spcPts val="0"/>
              </a:spcBef>
              <a:spcAft>
                <a:spcPts val="810"/>
              </a:spcAft>
              <a:buChar char="•"/>
            </a:lvl6pPr>
            <a:lvl7pPr marL="1388745" indent="-154305">
              <a:lnSpc>
                <a:spcPct val="110000"/>
              </a:lnSpc>
              <a:spcBef>
                <a:spcPts val="0"/>
              </a:spcBef>
              <a:spcAft>
                <a:spcPts val="810"/>
              </a:spcAft>
              <a:buChar char="•"/>
            </a:lvl7pPr>
            <a:lvl8pPr marL="1594485" indent="-154305">
              <a:lnSpc>
                <a:spcPct val="110000"/>
              </a:lnSpc>
              <a:spcBef>
                <a:spcPts val="0"/>
              </a:spcBef>
              <a:spcAft>
                <a:spcPts val="810"/>
              </a:spcAft>
              <a:buChar char="•"/>
            </a:lvl8pPr>
            <a:lvl9pPr marL="1800225" indent="-154305">
              <a:lnSpc>
                <a:spcPct val="110000"/>
              </a:lnSpc>
              <a:spcBef>
                <a:spcPts val="0"/>
              </a:spcBef>
              <a:spcAft>
                <a:spcPts val="81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B97BACB-6862-45E1-B696-9746C80798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62915" y="568960"/>
            <a:ext cx="7303770" cy="894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2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3D9BE62-DC27-470D-868C-F09B23B22F3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62915" y="2032000"/>
            <a:ext cx="3394710" cy="4551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41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54305" indent="-154305">
              <a:lnSpc>
                <a:spcPct val="110000"/>
              </a:lnSpc>
              <a:spcBef>
                <a:spcPts val="0"/>
              </a:spcBef>
              <a:spcAft>
                <a:spcPts val="810"/>
              </a:spcAft>
              <a:buChar char="•"/>
            </a:lvl1pPr>
            <a:lvl2pPr marL="360045" indent="-154305">
              <a:lnSpc>
                <a:spcPct val="110000"/>
              </a:lnSpc>
              <a:spcBef>
                <a:spcPts val="0"/>
              </a:spcBef>
              <a:spcAft>
                <a:spcPts val="810"/>
              </a:spcAft>
              <a:buChar char="•"/>
            </a:lvl2pPr>
            <a:lvl3pPr marL="565785" indent="-154305">
              <a:lnSpc>
                <a:spcPct val="110000"/>
              </a:lnSpc>
              <a:spcBef>
                <a:spcPts val="0"/>
              </a:spcBef>
              <a:spcAft>
                <a:spcPts val="810"/>
              </a:spcAft>
              <a:buChar char="•"/>
            </a:lvl3pPr>
            <a:lvl4pPr marL="771525" indent="-154305">
              <a:lnSpc>
                <a:spcPct val="110000"/>
              </a:lnSpc>
              <a:spcBef>
                <a:spcPts val="0"/>
              </a:spcBef>
              <a:spcAft>
                <a:spcPts val="810"/>
              </a:spcAft>
              <a:buChar char="•"/>
            </a:lvl4pPr>
            <a:lvl5pPr marL="977265" indent="-154305">
              <a:lnSpc>
                <a:spcPct val="110000"/>
              </a:lnSpc>
              <a:spcBef>
                <a:spcPts val="0"/>
              </a:spcBef>
              <a:spcAft>
                <a:spcPts val="810"/>
              </a:spcAft>
              <a:buChar char="•"/>
            </a:lvl5pPr>
            <a:lvl6pPr marL="1183005" indent="-154305">
              <a:lnSpc>
                <a:spcPct val="110000"/>
              </a:lnSpc>
              <a:spcBef>
                <a:spcPts val="0"/>
              </a:spcBef>
              <a:spcAft>
                <a:spcPts val="810"/>
              </a:spcAft>
              <a:buChar char="•"/>
            </a:lvl6pPr>
            <a:lvl7pPr marL="1388745" indent="-154305">
              <a:lnSpc>
                <a:spcPct val="110000"/>
              </a:lnSpc>
              <a:spcBef>
                <a:spcPts val="0"/>
              </a:spcBef>
              <a:spcAft>
                <a:spcPts val="810"/>
              </a:spcAft>
              <a:buChar char="•"/>
            </a:lvl7pPr>
            <a:lvl8pPr marL="1594485" indent="-154305">
              <a:lnSpc>
                <a:spcPct val="110000"/>
              </a:lnSpc>
              <a:spcBef>
                <a:spcPts val="0"/>
              </a:spcBef>
              <a:spcAft>
                <a:spcPts val="810"/>
              </a:spcAft>
              <a:buChar char="•"/>
            </a:lvl8pPr>
            <a:lvl9pPr marL="1800225" indent="-154305">
              <a:lnSpc>
                <a:spcPct val="110000"/>
              </a:lnSpc>
              <a:spcBef>
                <a:spcPts val="0"/>
              </a:spcBef>
              <a:spcAft>
                <a:spcPts val="81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6F71F3A-450C-4B16-B87B-935633F1B60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371975" y="2032000"/>
            <a:ext cx="3394710" cy="4551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41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54305" indent="-154305">
              <a:lnSpc>
                <a:spcPct val="110000"/>
              </a:lnSpc>
              <a:spcBef>
                <a:spcPts val="0"/>
              </a:spcBef>
              <a:spcAft>
                <a:spcPts val="810"/>
              </a:spcAft>
              <a:buChar char="•"/>
            </a:lvl1pPr>
            <a:lvl2pPr marL="360045" indent="-154305">
              <a:lnSpc>
                <a:spcPct val="110000"/>
              </a:lnSpc>
              <a:spcBef>
                <a:spcPts val="0"/>
              </a:spcBef>
              <a:spcAft>
                <a:spcPts val="810"/>
              </a:spcAft>
              <a:buChar char="•"/>
            </a:lvl2pPr>
            <a:lvl3pPr marL="565785" indent="-154305">
              <a:lnSpc>
                <a:spcPct val="110000"/>
              </a:lnSpc>
              <a:spcBef>
                <a:spcPts val="0"/>
              </a:spcBef>
              <a:spcAft>
                <a:spcPts val="810"/>
              </a:spcAft>
              <a:buChar char="•"/>
            </a:lvl3pPr>
            <a:lvl4pPr marL="771525" indent="-154305">
              <a:lnSpc>
                <a:spcPct val="110000"/>
              </a:lnSpc>
              <a:spcBef>
                <a:spcPts val="0"/>
              </a:spcBef>
              <a:spcAft>
                <a:spcPts val="810"/>
              </a:spcAft>
              <a:buChar char="•"/>
            </a:lvl4pPr>
            <a:lvl5pPr marL="977265" indent="-154305">
              <a:lnSpc>
                <a:spcPct val="110000"/>
              </a:lnSpc>
              <a:spcBef>
                <a:spcPts val="0"/>
              </a:spcBef>
              <a:spcAft>
                <a:spcPts val="810"/>
              </a:spcAft>
              <a:buChar char="•"/>
            </a:lvl5pPr>
            <a:lvl6pPr marL="1183005" indent="-154305">
              <a:lnSpc>
                <a:spcPct val="110000"/>
              </a:lnSpc>
              <a:spcBef>
                <a:spcPts val="0"/>
              </a:spcBef>
              <a:spcAft>
                <a:spcPts val="810"/>
              </a:spcAft>
              <a:buChar char="•"/>
            </a:lvl6pPr>
            <a:lvl7pPr marL="1388745" indent="-154305">
              <a:lnSpc>
                <a:spcPct val="110000"/>
              </a:lnSpc>
              <a:spcBef>
                <a:spcPts val="0"/>
              </a:spcBef>
              <a:spcAft>
                <a:spcPts val="810"/>
              </a:spcAft>
              <a:buChar char="•"/>
            </a:lvl7pPr>
            <a:lvl8pPr marL="1594485" indent="-154305">
              <a:lnSpc>
                <a:spcPct val="110000"/>
              </a:lnSpc>
              <a:spcBef>
                <a:spcPts val="0"/>
              </a:spcBef>
              <a:spcAft>
                <a:spcPts val="810"/>
              </a:spcAft>
              <a:buChar char="•"/>
            </a:lvl8pPr>
            <a:lvl9pPr marL="1800225" indent="-154305">
              <a:lnSpc>
                <a:spcPct val="110000"/>
              </a:lnSpc>
              <a:spcBef>
                <a:spcPts val="0"/>
              </a:spcBef>
              <a:spcAft>
                <a:spcPts val="81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1950B1A-55A9-4545-A292-485E8925DC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62915" y="568960"/>
            <a:ext cx="7303770" cy="894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2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2F30C62-BE63-4CEA-8E05-0C2D56896CF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62915" y="2032000"/>
            <a:ext cx="3394710" cy="4551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1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54305" indent="-154305">
              <a:lnSpc>
                <a:spcPct val="110000"/>
              </a:lnSpc>
              <a:spcBef>
                <a:spcPts val="0"/>
              </a:spcBef>
              <a:spcAft>
                <a:spcPts val="810"/>
              </a:spcAft>
              <a:buChar char="•"/>
            </a:lvl1pPr>
            <a:lvl2pPr marL="360045" indent="-154305">
              <a:lnSpc>
                <a:spcPct val="110000"/>
              </a:lnSpc>
              <a:spcBef>
                <a:spcPts val="0"/>
              </a:spcBef>
              <a:spcAft>
                <a:spcPts val="810"/>
              </a:spcAft>
              <a:buChar char="•"/>
            </a:lvl2pPr>
            <a:lvl3pPr marL="565785" indent="-154305">
              <a:lnSpc>
                <a:spcPct val="110000"/>
              </a:lnSpc>
              <a:spcBef>
                <a:spcPts val="0"/>
              </a:spcBef>
              <a:spcAft>
                <a:spcPts val="810"/>
              </a:spcAft>
              <a:buChar char="•"/>
            </a:lvl3pPr>
            <a:lvl4pPr marL="771525" indent="-154305">
              <a:lnSpc>
                <a:spcPct val="110000"/>
              </a:lnSpc>
              <a:spcBef>
                <a:spcPts val="0"/>
              </a:spcBef>
              <a:spcAft>
                <a:spcPts val="810"/>
              </a:spcAft>
              <a:buChar char="•"/>
            </a:lvl4pPr>
            <a:lvl5pPr marL="977265" indent="-154305">
              <a:lnSpc>
                <a:spcPct val="110000"/>
              </a:lnSpc>
              <a:spcBef>
                <a:spcPts val="0"/>
              </a:spcBef>
              <a:spcAft>
                <a:spcPts val="810"/>
              </a:spcAft>
              <a:buChar char="•"/>
            </a:lvl5pPr>
            <a:lvl6pPr marL="1183005" indent="-154305">
              <a:lnSpc>
                <a:spcPct val="110000"/>
              </a:lnSpc>
              <a:spcBef>
                <a:spcPts val="0"/>
              </a:spcBef>
              <a:spcAft>
                <a:spcPts val="810"/>
              </a:spcAft>
              <a:buChar char="•"/>
            </a:lvl6pPr>
            <a:lvl7pPr marL="1388745" indent="-154305">
              <a:lnSpc>
                <a:spcPct val="110000"/>
              </a:lnSpc>
              <a:spcBef>
                <a:spcPts val="0"/>
              </a:spcBef>
              <a:spcAft>
                <a:spcPts val="810"/>
              </a:spcAft>
              <a:buChar char="•"/>
            </a:lvl7pPr>
            <a:lvl8pPr marL="1594485" indent="-154305">
              <a:lnSpc>
                <a:spcPct val="110000"/>
              </a:lnSpc>
              <a:spcBef>
                <a:spcPts val="0"/>
              </a:spcBef>
              <a:spcAft>
                <a:spcPts val="810"/>
              </a:spcAft>
              <a:buChar char="•"/>
            </a:lvl8pPr>
            <a:lvl9pPr marL="1800225" indent="-154305">
              <a:lnSpc>
                <a:spcPct val="110000"/>
              </a:lnSpc>
              <a:spcBef>
                <a:spcPts val="0"/>
              </a:spcBef>
              <a:spcAft>
                <a:spcPts val="81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6b21bec73d141fa" /><Relationship Type="http://schemas.openxmlformats.org/officeDocument/2006/relationships/slideLayout" Target="/ppt/slideLayouts/slideLayout1.xml" Id="Rf62ad639496b4972" /><Relationship Type="http://schemas.openxmlformats.org/officeDocument/2006/relationships/slideLayout" Target="/ppt/slideLayouts/slideLayout2.xml" Id="R54e77624cfda47d8" /><Relationship Type="http://schemas.openxmlformats.org/officeDocument/2006/relationships/slideLayout" Target="/ppt/slideLayouts/slideLayout3.xml" Id="R8947baec5cbc4188" /><Relationship Type="http://schemas.openxmlformats.org/officeDocument/2006/relationships/slideLayout" Target="/ppt/slideLayouts/slideLayout4.xml" Id="Rcd8e03799df14891" /><Relationship Type="http://schemas.openxmlformats.org/officeDocument/2006/relationships/slideLayout" Target="/ppt/slideLayouts/slideLayout5.xml" Id="Re16c2b48f3574d45" /><Relationship Type="http://schemas.openxmlformats.org/officeDocument/2006/relationships/slideLayout" Target="/ppt/slideLayouts/slideLayout6.xml" Id="Rf007655cbd2f401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62ad639496b4972"/>
    <p:sldLayoutId xmlns:r="http://schemas.openxmlformats.org/officeDocument/2006/relationships" id="2147483650" r:id="R54e77624cfda47d8"/>
    <p:sldLayoutId xmlns:r="http://schemas.openxmlformats.org/officeDocument/2006/relationships" id="2147483651" r:id="R8947baec5cbc4188"/>
    <p:sldLayoutId xmlns:r="http://schemas.openxmlformats.org/officeDocument/2006/relationships" id="2147483652" r:id="Rcd8e03799df14891"/>
    <p:sldLayoutId xmlns:r="http://schemas.openxmlformats.org/officeDocument/2006/relationships" id="2147483653" r:id="Re16c2b48f3574d45"/>
    <p:sldLayoutId xmlns:r="http://schemas.openxmlformats.org/officeDocument/2006/relationships" id="2147483654" r:id="Rf007655cbd2f401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6521b9ab4a454b" /><Relationship Type="http://schemas.openxmlformats.org/officeDocument/2006/relationships/notesSlide" Target="/ppt/notesSlides/notesSlide1.xml" Id="R58016e8a24404a5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5" name="element_0001_rect">
            <a:extLst xmlns:a="http://schemas.openxmlformats.org/drawingml/2006/main">
              <a:ext uri="{FF2B5EF4-FFF2-40B4-BE49-F238E27FC236}">
                <a16:creationId xmlns:a16="http://schemas.microsoft.com/office/drawing/2014/main" id="{8DB8BD90-E331-4B9C-97ED-FB1281798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229600" cy="731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 cap="rnd">
            <a:noFill/>
            <a:prstDash val="solid"/>
            <a:round/>
          </a:ln>
        </p:spPr>
      </p:sp>
      <p:sp>
        <p:nvSpPr>
          <p:cNvPr id="2" name="element_0002_rect">
            <a:extLst xmlns:a="http://schemas.openxmlformats.org/drawingml/2006/main">
              <a:ext uri="{FF2B5EF4-FFF2-40B4-BE49-F238E27FC236}">
                <a16:creationId xmlns:a16="http://schemas.microsoft.com/office/drawing/2014/main" id="{2222F72D-1C8D-4218-B408-2FB6824C4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229600" cy="731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049" cap="rnd">
            <a:solidFill>
              <a:srgbClr val="FFFFFF"/>
            </a:solidFill>
            <a:prstDash val="solid"/>
            <a:round/>
          </a:ln>
        </p:spPr>
      </p:sp>
      <p:sp>
        <p:nvSpPr>
          <p:cNvPr id="3" name="element_0003_rect">
            <a:extLst xmlns:a="http://schemas.openxmlformats.org/drawingml/2006/main">
              <a:ext uri="{FF2B5EF4-FFF2-40B4-BE49-F238E27FC236}">
                <a16:creationId xmlns:a16="http://schemas.microsoft.com/office/drawing/2014/main" id="{BF44AA3B-479C-4BE4-BEAC-9D95878AD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146" y="545592"/>
            <a:ext cx="1036320" cy="1322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 cap="rnd">
            <a:noFill/>
            <a:prstDash val="solid"/>
            <a:round/>
          </a:ln>
        </p:spPr>
      </p:sp>
      <p:sp>
        <p:nvSpPr>
          <p:cNvPr id="4" name="element_0004_rect">
            <a:extLst xmlns:a="http://schemas.openxmlformats.org/drawingml/2006/main">
              <a:ext uri="{FF2B5EF4-FFF2-40B4-BE49-F238E27FC236}">
                <a16:creationId xmlns:a16="http://schemas.microsoft.com/office/drawing/2014/main" id="{E85A64CA-681A-4C01-A6A2-B9047FB7E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3593" y="545592"/>
            <a:ext cx="255270" cy="1322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 cap="rnd">
            <a:noFill/>
            <a:prstDash val="solid"/>
            <a:round/>
          </a:ln>
        </p:spPr>
      </p:sp>
      <p:sp>
        <p:nvSpPr>
          <p:cNvPr id="5" name="element_0005_rect">
            <a:extLst xmlns:a="http://schemas.openxmlformats.org/drawingml/2006/main">
              <a:ext uri="{FF2B5EF4-FFF2-40B4-BE49-F238E27FC236}">
                <a16:creationId xmlns:a16="http://schemas.microsoft.com/office/drawing/2014/main" id="{322E05FF-10BD-4CD6-80A9-07063C042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8863" y="545592"/>
            <a:ext cx="604520" cy="1322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 cap="rnd">
            <a:noFill/>
            <a:prstDash val="solid"/>
            <a:round/>
          </a:ln>
        </p:spPr>
      </p:sp>
      <p:sp>
        <p:nvSpPr>
          <p:cNvPr id="6" name="element_0006_rect">
            <a:extLst xmlns:a="http://schemas.openxmlformats.org/drawingml/2006/main">
              <a:ext uri="{FF2B5EF4-FFF2-40B4-BE49-F238E27FC236}">
                <a16:creationId xmlns:a16="http://schemas.microsoft.com/office/drawing/2014/main" id="{8A0B8FB7-1892-4395-A66D-DEE033E80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3383" y="545592"/>
            <a:ext cx="902970" cy="1322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 cap="rnd">
            <a:noFill/>
            <a:prstDash val="solid"/>
            <a:round/>
          </a:ln>
        </p:spPr>
      </p:sp>
      <p:sp>
        <p:nvSpPr>
          <p:cNvPr id="7" name="element_0007_rect">
            <a:extLst xmlns:a="http://schemas.openxmlformats.org/drawingml/2006/main">
              <a:ext uri="{FF2B5EF4-FFF2-40B4-BE49-F238E27FC236}">
                <a16:creationId xmlns:a16="http://schemas.microsoft.com/office/drawing/2014/main" id="{F7E914ED-48B8-445C-9BB1-58C1E1F97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6353" y="545592"/>
            <a:ext cx="462915" cy="1322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 cap="rnd">
            <a:noFill/>
            <a:prstDash val="solid"/>
            <a:round/>
          </a:ln>
        </p:spPr>
      </p:sp>
      <p:sp>
        <p:nvSpPr>
          <p:cNvPr id="8" name="element_0008_rect">
            <a:extLst xmlns:a="http://schemas.openxmlformats.org/drawingml/2006/main">
              <a:ext uri="{FF2B5EF4-FFF2-40B4-BE49-F238E27FC236}">
                <a16:creationId xmlns:a16="http://schemas.microsoft.com/office/drawing/2014/main" id="{10CC78FD-5AE5-4CB7-BB41-8401CA891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146" y="677799"/>
            <a:ext cx="1036320" cy="2967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2"/>
          </a:solidFill>
          <a:ln xmlns:a="http://schemas.openxmlformats.org/drawingml/2006/main" w="9525" cap="rnd">
            <a:solidFill>
              <a:srgbClr val="EFF3F2"/>
            </a:solidFill>
            <a:prstDash val="solid"/>
            <a:round/>
          </a:ln>
        </p:spPr>
      </p:sp>
      <p:sp>
        <p:nvSpPr>
          <p:cNvPr id="9" name="element_0009_rect">
            <a:extLst xmlns:a="http://schemas.openxmlformats.org/drawingml/2006/main">
              <a:ext uri="{FF2B5EF4-FFF2-40B4-BE49-F238E27FC236}">
                <a16:creationId xmlns:a16="http://schemas.microsoft.com/office/drawing/2014/main" id="{78334E0F-2D43-4D12-8313-5C21F459E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146" y="974725"/>
            <a:ext cx="1036320" cy="1322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 cap="rnd">
            <a:solidFill>
              <a:srgbClr val="FFFFFF"/>
            </a:solidFill>
            <a:prstDash val="solid"/>
            <a:round/>
          </a:ln>
        </p:spPr>
      </p:sp>
      <p:sp>
        <p:nvSpPr>
          <p:cNvPr id="10" name="element_0010_rect">
            <a:extLst xmlns:a="http://schemas.openxmlformats.org/drawingml/2006/main">
              <a:ext uri="{FF2B5EF4-FFF2-40B4-BE49-F238E27FC236}">
                <a16:creationId xmlns:a16="http://schemas.microsoft.com/office/drawing/2014/main" id="{5E470595-95B8-45B4-AD16-ACA485B84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146" y="1106932"/>
            <a:ext cx="1036320" cy="1322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2"/>
          </a:solidFill>
          <a:ln xmlns:a="http://schemas.openxmlformats.org/drawingml/2006/main" w="9525" cap="rnd">
            <a:solidFill>
              <a:srgbClr val="EFF3F2"/>
            </a:solidFill>
            <a:prstDash val="solid"/>
            <a:round/>
          </a:ln>
        </p:spPr>
      </p:sp>
      <p:sp>
        <p:nvSpPr>
          <p:cNvPr id="11" name="element_0011_rect">
            <a:extLst xmlns:a="http://schemas.openxmlformats.org/drawingml/2006/main">
              <a:ext uri="{FF2B5EF4-FFF2-40B4-BE49-F238E27FC236}">
                <a16:creationId xmlns:a16="http://schemas.microsoft.com/office/drawing/2014/main" id="{A529B4EB-9621-45A3-8E8D-285CAECF9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146" y="1239139"/>
            <a:ext cx="1036320" cy="1322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 cap="rnd">
            <a:solidFill>
              <a:srgbClr val="FFFFFF"/>
            </a:solidFill>
            <a:prstDash val="solid"/>
            <a:round/>
          </a:ln>
        </p:spPr>
      </p:sp>
      <p:sp>
        <p:nvSpPr>
          <p:cNvPr id="12" name="element_0012_rect">
            <a:extLst xmlns:a="http://schemas.openxmlformats.org/drawingml/2006/main">
              <a:ext uri="{FF2B5EF4-FFF2-40B4-BE49-F238E27FC236}">
                <a16:creationId xmlns:a16="http://schemas.microsoft.com/office/drawing/2014/main" id="{5FE2A2E4-1B4C-406B-946D-09C63B10C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146" y="1371346"/>
            <a:ext cx="1036320" cy="1322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2"/>
          </a:solidFill>
          <a:ln xmlns:a="http://schemas.openxmlformats.org/drawingml/2006/main" w="9525" cap="rnd">
            <a:solidFill>
              <a:srgbClr val="EFF3F2"/>
            </a:solidFill>
            <a:prstDash val="solid"/>
            <a:round/>
          </a:ln>
        </p:spPr>
      </p:sp>
      <p:sp>
        <p:nvSpPr>
          <p:cNvPr id="13" name="element_0013_rect">
            <a:extLst xmlns:a="http://schemas.openxmlformats.org/drawingml/2006/main">
              <a:ext uri="{FF2B5EF4-FFF2-40B4-BE49-F238E27FC236}">
                <a16:creationId xmlns:a16="http://schemas.microsoft.com/office/drawing/2014/main" id="{23866A9A-B084-40CF-B5EC-F24E595CE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146" y="1503680"/>
            <a:ext cx="1036320" cy="1322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 cap="rnd">
            <a:solidFill>
              <a:srgbClr val="FFFFFF"/>
            </a:solidFill>
            <a:prstDash val="solid"/>
            <a:round/>
          </a:ln>
        </p:spPr>
      </p:sp>
      <p:sp>
        <p:nvSpPr>
          <p:cNvPr id="14" name="element_0014_rect">
            <a:extLst xmlns:a="http://schemas.openxmlformats.org/drawingml/2006/main">
              <a:ext uri="{FF2B5EF4-FFF2-40B4-BE49-F238E27FC236}">
                <a16:creationId xmlns:a16="http://schemas.microsoft.com/office/drawing/2014/main" id="{C6468759-B20E-44E8-AAFE-9DB760622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146" y="1635887"/>
            <a:ext cx="1036320" cy="1322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2"/>
          </a:solidFill>
          <a:ln xmlns:a="http://schemas.openxmlformats.org/drawingml/2006/main" w="9525" cap="rnd">
            <a:solidFill>
              <a:srgbClr val="EFF3F2"/>
            </a:solidFill>
            <a:prstDash val="solid"/>
            <a:round/>
          </a:ln>
        </p:spPr>
      </p:sp>
      <p:sp>
        <p:nvSpPr>
          <p:cNvPr id="15" name="element_0015_rect">
            <a:extLst xmlns:a="http://schemas.openxmlformats.org/drawingml/2006/main">
              <a:ext uri="{FF2B5EF4-FFF2-40B4-BE49-F238E27FC236}">
                <a16:creationId xmlns:a16="http://schemas.microsoft.com/office/drawing/2014/main" id="{823FD523-569D-430F-A49F-D8680C094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146" y="1768094"/>
            <a:ext cx="1036320" cy="1322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 cap="rnd">
            <a:solidFill>
              <a:srgbClr val="FFFFFF"/>
            </a:solidFill>
            <a:prstDash val="solid"/>
            <a:round/>
          </a:ln>
        </p:spPr>
      </p:sp>
      <p:sp>
        <p:nvSpPr>
          <p:cNvPr id="16" name="element_0016_rect">
            <a:extLst xmlns:a="http://schemas.openxmlformats.org/drawingml/2006/main">
              <a:ext uri="{FF2B5EF4-FFF2-40B4-BE49-F238E27FC236}">
                <a16:creationId xmlns:a16="http://schemas.microsoft.com/office/drawing/2014/main" id="{47C770EB-2FE3-4219-8A66-A39B347FB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146" y="1900301"/>
            <a:ext cx="1036320" cy="1322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2"/>
          </a:solidFill>
          <a:ln xmlns:a="http://schemas.openxmlformats.org/drawingml/2006/main" w="9525" cap="rnd">
            <a:solidFill>
              <a:srgbClr val="EFF3F2"/>
            </a:solidFill>
            <a:prstDash val="solid"/>
            <a:round/>
          </a:ln>
        </p:spPr>
      </p:sp>
      <p:sp>
        <p:nvSpPr>
          <p:cNvPr id="17" name="element_0017_rect">
            <a:extLst xmlns:a="http://schemas.openxmlformats.org/drawingml/2006/main">
              <a:ext uri="{FF2B5EF4-FFF2-40B4-BE49-F238E27FC236}">
                <a16:creationId xmlns:a16="http://schemas.microsoft.com/office/drawing/2014/main" id="{F8EC1686-3C59-400B-B20E-D2149EDCE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146" y="2032635"/>
            <a:ext cx="1036320" cy="1322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 cap="rnd">
            <a:solidFill>
              <a:srgbClr val="FFFFFF"/>
            </a:solidFill>
            <a:prstDash val="solid"/>
            <a:round/>
          </a:ln>
        </p:spPr>
      </p:sp>
      <p:sp>
        <p:nvSpPr>
          <p:cNvPr id="18" name="element_0018_rect">
            <a:extLst xmlns:a="http://schemas.openxmlformats.org/drawingml/2006/main">
              <a:ext uri="{FF2B5EF4-FFF2-40B4-BE49-F238E27FC236}">
                <a16:creationId xmlns:a16="http://schemas.microsoft.com/office/drawing/2014/main" id="{A664DFFC-44F4-4156-B921-1BE0FF3F8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146" y="2164842"/>
            <a:ext cx="1036320" cy="1322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2"/>
          </a:solidFill>
          <a:ln xmlns:a="http://schemas.openxmlformats.org/drawingml/2006/main" w="9525" cap="rnd">
            <a:solidFill>
              <a:srgbClr val="EFF3F2"/>
            </a:solidFill>
            <a:prstDash val="solid"/>
            <a:round/>
          </a:ln>
        </p:spPr>
      </p:sp>
      <p:sp>
        <p:nvSpPr>
          <p:cNvPr id="19" name="element_0019_rect">
            <a:extLst xmlns:a="http://schemas.openxmlformats.org/drawingml/2006/main">
              <a:ext uri="{FF2B5EF4-FFF2-40B4-BE49-F238E27FC236}">
                <a16:creationId xmlns:a16="http://schemas.microsoft.com/office/drawing/2014/main" id="{9EFBA500-BE28-449F-85B3-43584F76B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146" y="2297049"/>
            <a:ext cx="1036320" cy="1322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 cap="rnd">
            <a:solidFill>
              <a:srgbClr val="FFFFFF"/>
            </a:solidFill>
            <a:prstDash val="solid"/>
            <a:round/>
          </a:ln>
        </p:spPr>
      </p:sp>
      <p:sp>
        <p:nvSpPr>
          <p:cNvPr id="20" name="element_0020_rect">
            <a:extLst xmlns:a="http://schemas.openxmlformats.org/drawingml/2006/main">
              <a:ext uri="{FF2B5EF4-FFF2-40B4-BE49-F238E27FC236}">
                <a16:creationId xmlns:a16="http://schemas.microsoft.com/office/drawing/2014/main" id="{8405DEDD-EE5F-467A-AA95-BC6199A4F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146" y="2429256"/>
            <a:ext cx="1036320" cy="1322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2"/>
          </a:solidFill>
          <a:ln xmlns:a="http://schemas.openxmlformats.org/drawingml/2006/main" w="9525" cap="rnd">
            <a:solidFill>
              <a:srgbClr val="EFF3F2"/>
            </a:solidFill>
            <a:prstDash val="solid"/>
            <a:round/>
          </a:ln>
        </p:spPr>
      </p:sp>
      <p:sp>
        <p:nvSpPr>
          <p:cNvPr id="21" name="element_0021_rect">
            <a:extLst xmlns:a="http://schemas.openxmlformats.org/drawingml/2006/main">
              <a:ext uri="{FF2B5EF4-FFF2-40B4-BE49-F238E27FC236}">
                <a16:creationId xmlns:a16="http://schemas.microsoft.com/office/drawing/2014/main" id="{3D7D814D-D4BB-4986-AF1F-BAC1243D7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146" y="2561590"/>
            <a:ext cx="1036320" cy="1322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 cap="rnd">
            <a:solidFill>
              <a:srgbClr val="FFFFFF"/>
            </a:solidFill>
            <a:prstDash val="solid"/>
            <a:round/>
          </a:ln>
        </p:spPr>
      </p:sp>
      <p:sp>
        <p:nvSpPr>
          <p:cNvPr id="22" name="element_0022_rect">
            <a:extLst xmlns:a="http://schemas.openxmlformats.org/drawingml/2006/main">
              <a:ext uri="{FF2B5EF4-FFF2-40B4-BE49-F238E27FC236}">
                <a16:creationId xmlns:a16="http://schemas.microsoft.com/office/drawing/2014/main" id="{390FD2EB-2ECF-427E-BEEC-E3255711F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3593" y="677799"/>
            <a:ext cx="255270" cy="2967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2"/>
          </a:solidFill>
          <a:ln xmlns:a="http://schemas.openxmlformats.org/drawingml/2006/main" w="9525" cap="rnd">
            <a:solidFill>
              <a:srgbClr val="EFF3F2"/>
            </a:solidFill>
            <a:prstDash val="solid"/>
            <a:round/>
          </a:ln>
        </p:spPr>
      </p:sp>
      <p:sp>
        <p:nvSpPr>
          <p:cNvPr id="23" name="element_0023_rect">
            <a:extLst xmlns:a="http://schemas.openxmlformats.org/drawingml/2006/main">
              <a:ext uri="{FF2B5EF4-FFF2-40B4-BE49-F238E27FC236}">
                <a16:creationId xmlns:a16="http://schemas.microsoft.com/office/drawing/2014/main" id="{664EB30D-A966-4D69-91CF-7910A6CE7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3593" y="974725"/>
            <a:ext cx="255270" cy="1322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 cap="rnd">
            <a:solidFill>
              <a:srgbClr val="FFFFFF"/>
            </a:solidFill>
            <a:prstDash val="solid"/>
            <a:round/>
          </a:ln>
        </p:spPr>
      </p:sp>
      <p:sp>
        <p:nvSpPr>
          <p:cNvPr id="24" name="element_0024_rect">
            <a:extLst xmlns:a="http://schemas.openxmlformats.org/drawingml/2006/main">
              <a:ext uri="{FF2B5EF4-FFF2-40B4-BE49-F238E27FC236}">
                <a16:creationId xmlns:a16="http://schemas.microsoft.com/office/drawing/2014/main" id="{521E3AB3-D93C-4816-9D4C-C8B46B90D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3593" y="1106932"/>
            <a:ext cx="255270" cy="1322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2"/>
          </a:solidFill>
          <a:ln xmlns:a="http://schemas.openxmlformats.org/drawingml/2006/main" w="9525" cap="rnd">
            <a:solidFill>
              <a:srgbClr val="EFF3F2"/>
            </a:solidFill>
            <a:prstDash val="solid"/>
            <a:round/>
          </a:ln>
        </p:spPr>
      </p:sp>
      <p:sp>
        <p:nvSpPr>
          <p:cNvPr id="25" name="element_0025_rect">
            <a:extLst xmlns:a="http://schemas.openxmlformats.org/drawingml/2006/main">
              <a:ext uri="{FF2B5EF4-FFF2-40B4-BE49-F238E27FC236}">
                <a16:creationId xmlns:a16="http://schemas.microsoft.com/office/drawing/2014/main" id="{13145527-EE15-4B0E-8FA8-077AFDE3D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3593" y="1239139"/>
            <a:ext cx="255270" cy="1322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 cap="rnd">
            <a:solidFill>
              <a:srgbClr val="FFFFFF"/>
            </a:solidFill>
            <a:prstDash val="solid"/>
            <a:round/>
          </a:ln>
        </p:spPr>
      </p:sp>
      <p:sp>
        <p:nvSpPr>
          <p:cNvPr id="26" name="element_0026_rect">
            <a:extLst xmlns:a="http://schemas.openxmlformats.org/drawingml/2006/main">
              <a:ext uri="{FF2B5EF4-FFF2-40B4-BE49-F238E27FC236}">
                <a16:creationId xmlns:a16="http://schemas.microsoft.com/office/drawing/2014/main" id="{54DA7ED8-251E-4F39-8C48-5588B0E78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3593" y="1371346"/>
            <a:ext cx="255270" cy="1322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2"/>
          </a:solidFill>
          <a:ln xmlns:a="http://schemas.openxmlformats.org/drawingml/2006/main" w="9525" cap="rnd">
            <a:solidFill>
              <a:srgbClr val="EFF3F2"/>
            </a:solidFill>
            <a:prstDash val="solid"/>
            <a:round/>
          </a:ln>
        </p:spPr>
      </p:sp>
      <p:sp>
        <p:nvSpPr>
          <p:cNvPr id="27" name="element_0027_rect">
            <a:extLst xmlns:a="http://schemas.openxmlformats.org/drawingml/2006/main">
              <a:ext uri="{FF2B5EF4-FFF2-40B4-BE49-F238E27FC236}">
                <a16:creationId xmlns:a16="http://schemas.microsoft.com/office/drawing/2014/main" id="{EABA9251-CE4E-4151-B634-E2C65505E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3593" y="1503680"/>
            <a:ext cx="255270" cy="1322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 cap="rnd">
            <a:solidFill>
              <a:srgbClr val="FFFFFF"/>
            </a:solidFill>
            <a:prstDash val="solid"/>
            <a:round/>
          </a:ln>
        </p:spPr>
      </p:sp>
      <p:sp>
        <p:nvSpPr>
          <p:cNvPr id="28" name="element_0028_rect">
            <a:extLst xmlns:a="http://schemas.openxmlformats.org/drawingml/2006/main">
              <a:ext uri="{FF2B5EF4-FFF2-40B4-BE49-F238E27FC236}">
                <a16:creationId xmlns:a16="http://schemas.microsoft.com/office/drawing/2014/main" id="{12C1B822-2231-416F-BB1B-8C5A8A5FB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3593" y="1635887"/>
            <a:ext cx="255270" cy="1322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2"/>
          </a:solidFill>
          <a:ln xmlns:a="http://schemas.openxmlformats.org/drawingml/2006/main" w="9525" cap="rnd">
            <a:solidFill>
              <a:srgbClr val="EFF3F2"/>
            </a:solidFill>
            <a:prstDash val="solid"/>
            <a:round/>
          </a:ln>
        </p:spPr>
      </p:sp>
      <p:sp>
        <p:nvSpPr>
          <p:cNvPr id="29" name="element_0029_rect">
            <a:extLst xmlns:a="http://schemas.openxmlformats.org/drawingml/2006/main">
              <a:ext uri="{FF2B5EF4-FFF2-40B4-BE49-F238E27FC236}">
                <a16:creationId xmlns:a16="http://schemas.microsoft.com/office/drawing/2014/main" id="{70F6A21B-F10D-4320-9050-16DA58773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3593" y="1768094"/>
            <a:ext cx="255270" cy="1322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 cap="rnd">
            <a:solidFill>
              <a:srgbClr val="FFFFFF"/>
            </a:solidFill>
            <a:prstDash val="solid"/>
            <a:round/>
          </a:ln>
        </p:spPr>
      </p:sp>
      <p:sp>
        <p:nvSpPr>
          <p:cNvPr id="30" name="element_0030_rect">
            <a:extLst xmlns:a="http://schemas.openxmlformats.org/drawingml/2006/main">
              <a:ext uri="{FF2B5EF4-FFF2-40B4-BE49-F238E27FC236}">
                <a16:creationId xmlns:a16="http://schemas.microsoft.com/office/drawing/2014/main" id="{F078E8CE-2BF1-41DC-B9B8-28743C544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3593" y="1900301"/>
            <a:ext cx="255270" cy="1322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2"/>
          </a:solidFill>
          <a:ln xmlns:a="http://schemas.openxmlformats.org/drawingml/2006/main" w="9525" cap="rnd">
            <a:solidFill>
              <a:srgbClr val="EFF3F2"/>
            </a:solidFill>
            <a:prstDash val="solid"/>
            <a:round/>
          </a:ln>
        </p:spPr>
      </p:sp>
      <p:sp>
        <p:nvSpPr>
          <p:cNvPr id="31" name="element_0031_rect">
            <a:extLst xmlns:a="http://schemas.openxmlformats.org/drawingml/2006/main">
              <a:ext uri="{FF2B5EF4-FFF2-40B4-BE49-F238E27FC236}">
                <a16:creationId xmlns:a16="http://schemas.microsoft.com/office/drawing/2014/main" id="{B9748911-0927-4077-8559-0C75DCB82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3593" y="2032635"/>
            <a:ext cx="255270" cy="1322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 cap="rnd">
            <a:solidFill>
              <a:srgbClr val="FFFFFF"/>
            </a:solidFill>
            <a:prstDash val="solid"/>
            <a:round/>
          </a:ln>
        </p:spPr>
      </p:sp>
      <p:sp>
        <p:nvSpPr>
          <p:cNvPr id="32" name="element_0032_rect">
            <a:extLst xmlns:a="http://schemas.openxmlformats.org/drawingml/2006/main">
              <a:ext uri="{FF2B5EF4-FFF2-40B4-BE49-F238E27FC236}">
                <a16:creationId xmlns:a16="http://schemas.microsoft.com/office/drawing/2014/main" id="{8D744D47-3107-422C-80B3-369270EF5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3593" y="2164842"/>
            <a:ext cx="255270" cy="1322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2"/>
          </a:solidFill>
          <a:ln xmlns:a="http://schemas.openxmlformats.org/drawingml/2006/main" w="9525" cap="rnd">
            <a:solidFill>
              <a:srgbClr val="EFF3F2"/>
            </a:solidFill>
            <a:prstDash val="solid"/>
            <a:round/>
          </a:ln>
        </p:spPr>
      </p:sp>
      <p:sp>
        <p:nvSpPr>
          <p:cNvPr id="33" name="element_0033_rect">
            <a:extLst xmlns:a="http://schemas.openxmlformats.org/drawingml/2006/main">
              <a:ext uri="{FF2B5EF4-FFF2-40B4-BE49-F238E27FC236}">
                <a16:creationId xmlns:a16="http://schemas.microsoft.com/office/drawing/2014/main" id="{56DD232B-CFD7-4CD3-941F-2C7FE7C3A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3593" y="2297049"/>
            <a:ext cx="255270" cy="1322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 cap="rnd">
            <a:solidFill>
              <a:srgbClr val="FFFFFF"/>
            </a:solidFill>
            <a:prstDash val="solid"/>
            <a:round/>
          </a:ln>
        </p:spPr>
      </p:sp>
      <p:sp>
        <p:nvSpPr>
          <p:cNvPr id="34" name="element_0034_rect">
            <a:extLst xmlns:a="http://schemas.openxmlformats.org/drawingml/2006/main">
              <a:ext uri="{FF2B5EF4-FFF2-40B4-BE49-F238E27FC236}">
                <a16:creationId xmlns:a16="http://schemas.microsoft.com/office/drawing/2014/main" id="{321F0FCB-B18E-468E-9704-A671597B7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3593" y="2429256"/>
            <a:ext cx="255270" cy="1322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2"/>
          </a:solidFill>
          <a:ln xmlns:a="http://schemas.openxmlformats.org/drawingml/2006/main" w="9525" cap="rnd">
            <a:solidFill>
              <a:srgbClr val="EFF3F2"/>
            </a:solidFill>
            <a:prstDash val="solid"/>
            <a:round/>
          </a:ln>
        </p:spPr>
      </p:sp>
      <p:sp>
        <p:nvSpPr>
          <p:cNvPr id="35" name="element_0035_rect">
            <a:extLst xmlns:a="http://schemas.openxmlformats.org/drawingml/2006/main">
              <a:ext uri="{FF2B5EF4-FFF2-40B4-BE49-F238E27FC236}">
                <a16:creationId xmlns:a16="http://schemas.microsoft.com/office/drawing/2014/main" id="{6FE10FE5-8D0D-4362-A9ED-A38B4DB5C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3593" y="2561590"/>
            <a:ext cx="255270" cy="1322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 cap="rnd">
            <a:solidFill>
              <a:srgbClr val="FFFFFF"/>
            </a:solidFill>
            <a:prstDash val="solid"/>
            <a:round/>
          </a:ln>
        </p:spPr>
      </p:sp>
      <p:sp>
        <p:nvSpPr>
          <p:cNvPr id="36" name="element_0036_rect">
            <a:extLst xmlns:a="http://schemas.openxmlformats.org/drawingml/2006/main">
              <a:ext uri="{FF2B5EF4-FFF2-40B4-BE49-F238E27FC236}">
                <a16:creationId xmlns:a16="http://schemas.microsoft.com/office/drawing/2014/main" id="{1A5AC4CC-87BC-4B5A-89D8-BED98FA04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8863" y="677799"/>
            <a:ext cx="604520" cy="2967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2"/>
          </a:solidFill>
          <a:ln xmlns:a="http://schemas.openxmlformats.org/drawingml/2006/main" w="9525" cap="rnd">
            <a:solidFill>
              <a:srgbClr val="EFF3F2"/>
            </a:solidFill>
            <a:prstDash val="solid"/>
            <a:round/>
          </a:ln>
        </p:spPr>
      </p:sp>
      <p:sp>
        <p:nvSpPr>
          <p:cNvPr id="37" name="element_0037_rect">
            <a:extLst xmlns:a="http://schemas.openxmlformats.org/drawingml/2006/main">
              <a:ext uri="{FF2B5EF4-FFF2-40B4-BE49-F238E27FC236}">
                <a16:creationId xmlns:a16="http://schemas.microsoft.com/office/drawing/2014/main" id="{BF543BB0-08CB-4379-983F-2F551D9A2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8863" y="974725"/>
            <a:ext cx="604520" cy="1322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 cap="rnd">
            <a:solidFill>
              <a:srgbClr val="FFFFFF"/>
            </a:solidFill>
            <a:prstDash val="solid"/>
            <a:round/>
          </a:ln>
        </p:spPr>
      </p:sp>
      <p:sp>
        <p:nvSpPr>
          <p:cNvPr id="38" name="element_0038_rect">
            <a:extLst xmlns:a="http://schemas.openxmlformats.org/drawingml/2006/main">
              <a:ext uri="{FF2B5EF4-FFF2-40B4-BE49-F238E27FC236}">
                <a16:creationId xmlns:a16="http://schemas.microsoft.com/office/drawing/2014/main" id="{7D5D11BA-7AB2-4DE8-BA6C-F346761CD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8863" y="1106932"/>
            <a:ext cx="604520" cy="1322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2"/>
          </a:solidFill>
          <a:ln xmlns:a="http://schemas.openxmlformats.org/drawingml/2006/main" w="9525" cap="rnd">
            <a:solidFill>
              <a:srgbClr val="EFF3F2"/>
            </a:solidFill>
            <a:prstDash val="solid"/>
            <a:round/>
          </a:ln>
        </p:spPr>
      </p:sp>
      <p:sp>
        <p:nvSpPr>
          <p:cNvPr id="39" name="element_0039_rect">
            <a:extLst xmlns:a="http://schemas.openxmlformats.org/drawingml/2006/main">
              <a:ext uri="{FF2B5EF4-FFF2-40B4-BE49-F238E27FC236}">
                <a16:creationId xmlns:a16="http://schemas.microsoft.com/office/drawing/2014/main" id="{E566459E-C9DB-4231-831E-B8385A3BA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8863" y="1239139"/>
            <a:ext cx="604520" cy="1322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 cap="rnd">
            <a:solidFill>
              <a:srgbClr val="FFFFFF"/>
            </a:solidFill>
            <a:prstDash val="solid"/>
            <a:round/>
          </a:ln>
        </p:spPr>
      </p:sp>
      <p:sp>
        <p:nvSpPr>
          <p:cNvPr id="40" name="element_0040_rect">
            <a:extLst xmlns:a="http://schemas.openxmlformats.org/drawingml/2006/main">
              <a:ext uri="{FF2B5EF4-FFF2-40B4-BE49-F238E27FC236}">
                <a16:creationId xmlns:a16="http://schemas.microsoft.com/office/drawing/2014/main" id="{B3061EB3-B676-4285-91C0-3A6FB06F9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8863" y="1371346"/>
            <a:ext cx="604520" cy="1322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2"/>
          </a:solidFill>
          <a:ln xmlns:a="http://schemas.openxmlformats.org/drawingml/2006/main" w="9525" cap="rnd">
            <a:solidFill>
              <a:srgbClr val="EFF3F2"/>
            </a:solidFill>
            <a:prstDash val="solid"/>
            <a:round/>
          </a:ln>
        </p:spPr>
      </p:sp>
      <p:sp>
        <p:nvSpPr>
          <p:cNvPr id="41" name="element_0041_rect">
            <a:extLst xmlns:a="http://schemas.openxmlformats.org/drawingml/2006/main">
              <a:ext uri="{FF2B5EF4-FFF2-40B4-BE49-F238E27FC236}">
                <a16:creationId xmlns:a16="http://schemas.microsoft.com/office/drawing/2014/main" id="{57B61398-5514-4EBC-BE8D-625A74B21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8863" y="1503680"/>
            <a:ext cx="604520" cy="1322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 cap="rnd">
            <a:solidFill>
              <a:srgbClr val="FFFFFF"/>
            </a:solidFill>
            <a:prstDash val="solid"/>
            <a:round/>
          </a:ln>
        </p:spPr>
      </p:sp>
      <p:sp>
        <p:nvSpPr>
          <p:cNvPr id="42" name="element_0042_rect">
            <a:extLst xmlns:a="http://schemas.openxmlformats.org/drawingml/2006/main">
              <a:ext uri="{FF2B5EF4-FFF2-40B4-BE49-F238E27FC236}">
                <a16:creationId xmlns:a16="http://schemas.microsoft.com/office/drawing/2014/main" id="{AC5A989E-36B9-427D-A537-F8C471320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8863" y="1635887"/>
            <a:ext cx="604520" cy="1322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2"/>
          </a:solidFill>
          <a:ln xmlns:a="http://schemas.openxmlformats.org/drawingml/2006/main" w="9525" cap="rnd">
            <a:solidFill>
              <a:srgbClr val="EFF3F2"/>
            </a:solidFill>
            <a:prstDash val="solid"/>
            <a:round/>
          </a:ln>
        </p:spPr>
      </p:sp>
      <p:sp>
        <p:nvSpPr>
          <p:cNvPr id="43" name="element_0043_rect">
            <a:extLst xmlns:a="http://schemas.openxmlformats.org/drawingml/2006/main">
              <a:ext uri="{FF2B5EF4-FFF2-40B4-BE49-F238E27FC236}">
                <a16:creationId xmlns:a16="http://schemas.microsoft.com/office/drawing/2014/main" id="{BEAA8F82-8007-491B-B13C-15DFFACE5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8863" y="1768094"/>
            <a:ext cx="604520" cy="1322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 cap="rnd">
            <a:solidFill>
              <a:srgbClr val="FFFFFF"/>
            </a:solidFill>
            <a:prstDash val="solid"/>
            <a:round/>
          </a:ln>
        </p:spPr>
      </p:sp>
      <p:sp>
        <p:nvSpPr>
          <p:cNvPr id="44" name="element_0044_rect">
            <a:extLst xmlns:a="http://schemas.openxmlformats.org/drawingml/2006/main">
              <a:ext uri="{FF2B5EF4-FFF2-40B4-BE49-F238E27FC236}">
                <a16:creationId xmlns:a16="http://schemas.microsoft.com/office/drawing/2014/main" id="{F3A464A3-7A29-4B74-969B-DD3084DC4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8863" y="1900301"/>
            <a:ext cx="604520" cy="1322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2"/>
          </a:solidFill>
          <a:ln xmlns:a="http://schemas.openxmlformats.org/drawingml/2006/main" w="9525" cap="rnd">
            <a:solidFill>
              <a:srgbClr val="EFF3F2"/>
            </a:solidFill>
            <a:prstDash val="solid"/>
            <a:round/>
          </a:ln>
        </p:spPr>
      </p:sp>
      <p:sp>
        <p:nvSpPr>
          <p:cNvPr id="45" name="element_0045_rect">
            <a:extLst xmlns:a="http://schemas.openxmlformats.org/drawingml/2006/main">
              <a:ext uri="{FF2B5EF4-FFF2-40B4-BE49-F238E27FC236}">
                <a16:creationId xmlns:a16="http://schemas.microsoft.com/office/drawing/2014/main" id="{35228B22-2908-4BCE-BF52-0F00533E9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8863" y="2032635"/>
            <a:ext cx="604520" cy="1322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 cap="rnd">
            <a:solidFill>
              <a:srgbClr val="FFFFFF"/>
            </a:solidFill>
            <a:prstDash val="solid"/>
            <a:round/>
          </a:ln>
        </p:spPr>
      </p:sp>
      <p:sp>
        <p:nvSpPr>
          <p:cNvPr id="46" name="element_0046_rect">
            <a:extLst xmlns:a="http://schemas.openxmlformats.org/drawingml/2006/main">
              <a:ext uri="{FF2B5EF4-FFF2-40B4-BE49-F238E27FC236}">
                <a16:creationId xmlns:a16="http://schemas.microsoft.com/office/drawing/2014/main" id="{511426F5-EC5B-4206-B4E0-50AD78688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8863" y="2164842"/>
            <a:ext cx="604520" cy="1322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2"/>
          </a:solidFill>
          <a:ln xmlns:a="http://schemas.openxmlformats.org/drawingml/2006/main" w="9525" cap="rnd">
            <a:solidFill>
              <a:srgbClr val="EFF3F2"/>
            </a:solidFill>
            <a:prstDash val="solid"/>
            <a:round/>
          </a:ln>
        </p:spPr>
      </p:sp>
      <p:sp>
        <p:nvSpPr>
          <p:cNvPr id="47" name="element_0047_rect">
            <a:extLst xmlns:a="http://schemas.openxmlformats.org/drawingml/2006/main">
              <a:ext uri="{FF2B5EF4-FFF2-40B4-BE49-F238E27FC236}">
                <a16:creationId xmlns:a16="http://schemas.microsoft.com/office/drawing/2014/main" id="{F8E4E963-AAB6-49EC-9E3A-5BCAFC199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8863" y="2297049"/>
            <a:ext cx="604520" cy="1322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 cap="rnd">
            <a:solidFill>
              <a:srgbClr val="FFFFFF"/>
            </a:solidFill>
            <a:prstDash val="solid"/>
            <a:round/>
          </a:ln>
        </p:spPr>
      </p:sp>
      <p:sp>
        <p:nvSpPr>
          <p:cNvPr id="48" name="element_0048_rect">
            <a:extLst xmlns:a="http://schemas.openxmlformats.org/drawingml/2006/main">
              <a:ext uri="{FF2B5EF4-FFF2-40B4-BE49-F238E27FC236}">
                <a16:creationId xmlns:a16="http://schemas.microsoft.com/office/drawing/2014/main" id="{C89DCE43-B9A7-4D8A-BA1F-AF459E324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8863" y="2429256"/>
            <a:ext cx="604520" cy="1322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2"/>
          </a:solidFill>
          <a:ln xmlns:a="http://schemas.openxmlformats.org/drawingml/2006/main" w="9525" cap="rnd">
            <a:solidFill>
              <a:srgbClr val="EFF3F2"/>
            </a:solidFill>
            <a:prstDash val="solid"/>
            <a:round/>
          </a:ln>
        </p:spPr>
      </p:sp>
      <p:sp>
        <p:nvSpPr>
          <p:cNvPr id="49" name="element_0049_rect">
            <a:extLst xmlns:a="http://schemas.openxmlformats.org/drawingml/2006/main">
              <a:ext uri="{FF2B5EF4-FFF2-40B4-BE49-F238E27FC236}">
                <a16:creationId xmlns:a16="http://schemas.microsoft.com/office/drawing/2014/main" id="{A53B5BE6-FB6D-4434-8741-9557A7519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8863" y="2561590"/>
            <a:ext cx="604520" cy="1322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 cap="rnd">
            <a:solidFill>
              <a:srgbClr val="FFFFFF"/>
            </a:solidFill>
            <a:prstDash val="solid"/>
            <a:round/>
          </a:ln>
        </p:spPr>
      </p:sp>
      <p:sp>
        <p:nvSpPr>
          <p:cNvPr id="50" name="element_0050_rect">
            <a:extLst xmlns:a="http://schemas.openxmlformats.org/drawingml/2006/main">
              <a:ext uri="{FF2B5EF4-FFF2-40B4-BE49-F238E27FC236}">
                <a16:creationId xmlns:a16="http://schemas.microsoft.com/office/drawing/2014/main" id="{3E19163C-B1C3-4B87-B4C4-8B9454DC1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3383" y="677799"/>
            <a:ext cx="902970" cy="2967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2"/>
          </a:solidFill>
          <a:ln xmlns:a="http://schemas.openxmlformats.org/drawingml/2006/main" w="9525" cap="rnd">
            <a:solidFill>
              <a:srgbClr val="EFF3F2"/>
            </a:solidFill>
            <a:prstDash val="solid"/>
            <a:round/>
          </a:ln>
        </p:spPr>
      </p:sp>
      <p:sp>
        <p:nvSpPr>
          <p:cNvPr id="51" name="element_0051_rect">
            <a:extLst xmlns:a="http://schemas.openxmlformats.org/drawingml/2006/main">
              <a:ext uri="{FF2B5EF4-FFF2-40B4-BE49-F238E27FC236}">
                <a16:creationId xmlns:a16="http://schemas.microsoft.com/office/drawing/2014/main" id="{E1521122-50E3-4C1E-A951-FA426DA56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3383" y="974725"/>
            <a:ext cx="902970" cy="1322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 cap="rnd">
            <a:solidFill>
              <a:srgbClr val="FFFFFF"/>
            </a:solidFill>
            <a:prstDash val="solid"/>
            <a:round/>
          </a:ln>
        </p:spPr>
      </p:sp>
      <p:sp>
        <p:nvSpPr>
          <p:cNvPr id="52" name="element_0052_rect">
            <a:extLst xmlns:a="http://schemas.openxmlformats.org/drawingml/2006/main">
              <a:ext uri="{FF2B5EF4-FFF2-40B4-BE49-F238E27FC236}">
                <a16:creationId xmlns:a16="http://schemas.microsoft.com/office/drawing/2014/main" id="{118447A3-4CCB-4891-8524-1E4204247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3383" y="1106932"/>
            <a:ext cx="902970" cy="1322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2"/>
          </a:solidFill>
          <a:ln xmlns:a="http://schemas.openxmlformats.org/drawingml/2006/main" w="9525" cap="rnd">
            <a:solidFill>
              <a:srgbClr val="EFF3F2"/>
            </a:solidFill>
            <a:prstDash val="solid"/>
            <a:round/>
          </a:ln>
        </p:spPr>
      </p:sp>
      <p:sp>
        <p:nvSpPr>
          <p:cNvPr id="53" name="element_0053_rect">
            <a:extLst xmlns:a="http://schemas.openxmlformats.org/drawingml/2006/main">
              <a:ext uri="{FF2B5EF4-FFF2-40B4-BE49-F238E27FC236}">
                <a16:creationId xmlns:a16="http://schemas.microsoft.com/office/drawing/2014/main" id="{36F1D75F-FFEE-483E-81DE-C06783A69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3383" y="1239139"/>
            <a:ext cx="902970" cy="1322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 cap="rnd">
            <a:solidFill>
              <a:srgbClr val="FFFFFF"/>
            </a:solidFill>
            <a:prstDash val="solid"/>
            <a:round/>
          </a:ln>
        </p:spPr>
      </p:sp>
      <p:sp>
        <p:nvSpPr>
          <p:cNvPr id="54" name="element_0054_rect">
            <a:extLst xmlns:a="http://schemas.openxmlformats.org/drawingml/2006/main">
              <a:ext uri="{FF2B5EF4-FFF2-40B4-BE49-F238E27FC236}">
                <a16:creationId xmlns:a16="http://schemas.microsoft.com/office/drawing/2014/main" id="{A0057E37-A4EF-4F73-A0A6-56029099D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3383" y="1371346"/>
            <a:ext cx="902970" cy="1322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2"/>
          </a:solidFill>
          <a:ln xmlns:a="http://schemas.openxmlformats.org/drawingml/2006/main" w="9525" cap="rnd">
            <a:solidFill>
              <a:srgbClr val="EFF3F2"/>
            </a:solidFill>
            <a:prstDash val="solid"/>
            <a:round/>
          </a:ln>
        </p:spPr>
      </p:sp>
      <p:sp>
        <p:nvSpPr>
          <p:cNvPr id="55" name="element_0055_rect">
            <a:extLst xmlns:a="http://schemas.openxmlformats.org/drawingml/2006/main">
              <a:ext uri="{FF2B5EF4-FFF2-40B4-BE49-F238E27FC236}">
                <a16:creationId xmlns:a16="http://schemas.microsoft.com/office/drawing/2014/main" id="{7217C657-E477-4584-A73E-F0F9BDF0E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3383" y="1503680"/>
            <a:ext cx="902970" cy="1322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 cap="rnd">
            <a:solidFill>
              <a:srgbClr val="FFFFFF"/>
            </a:solidFill>
            <a:prstDash val="solid"/>
            <a:round/>
          </a:ln>
        </p:spPr>
      </p:sp>
      <p:sp>
        <p:nvSpPr>
          <p:cNvPr id="56" name="element_0056_rect">
            <a:extLst xmlns:a="http://schemas.openxmlformats.org/drawingml/2006/main">
              <a:ext uri="{FF2B5EF4-FFF2-40B4-BE49-F238E27FC236}">
                <a16:creationId xmlns:a16="http://schemas.microsoft.com/office/drawing/2014/main" id="{C7C1FD4B-A397-42D5-B025-49B075100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3383" y="1635887"/>
            <a:ext cx="902970" cy="1322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2"/>
          </a:solidFill>
          <a:ln xmlns:a="http://schemas.openxmlformats.org/drawingml/2006/main" w="9525" cap="rnd">
            <a:solidFill>
              <a:srgbClr val="EFF3F2"/>
            </a:solidFill>
            <a:prstDash val="solid"/>
            <a:round/>
          </a:ln>
        </p:spPr>
      </p:sp>
      <p:sp>
        <p:nvSpPr>
          <p:cNvPr id="57" name="element_0057_rect">
            <a:extLst xmlns:a="http://schemas.openxmlformats.org/drawingml/2006/main">
              <a:ext uri="{FF2B5EF4-FFF2-40B4-BE49-F238E27FC236}">
                <a16:creationId xmlns:a16="http://schemas.microsoft.com/office/drawing/2014/main" id="{6291E41B-DA2E-43B7-A060-F7AD91231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3383" y="1768094"/>
            <a:ext cx="902970" cy="1322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 cap="rnd">
            <a:solidFill>
              <a:srgbClr val="FFFFFF"/>
            </a:solidFill>
            <a:prstDash val="solid"/>
            <a:round/>
          </a:ln>
        </p:spPr>
      </p:sp>
      <p:sp>
        <p:nvSpPr>
          <p:cNvPr id="58" name="element_0058_rect">
            <a:extLst xmlns:a="http://schemas.openxmlformats.org/drawingml/2006/main">
              <a:ext uri="{FF2B5EF4-FFF2-40B4-BE49-F238E27FC236}">
                <a16:creationId xmlns:a16="http://schemas.microsoft.com/office/drawing/2014/main" id="{0601988C-9D82-46F0-87A4-7F0BD5050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3383" y="1900301"/>
            <a:ext cx="902970" cy="1322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2"/>
          </a:solidFill>
          <a:ln xmlns:a="http://schemas.openxmlformats.org/drawingml/2006/main" w="9525" cap="rnd">
            <a:solidFill>
              <a:srgbClr val="EFF3F2"/>
            </a:solidFill>
            <a:prstDash val="solid"/>
            <a:round/>
          </a:ln>
        </p:spPr>
      </p:sp>
      <p:sp>
        <p:nvSpPr>
          <p:cNvPr id="59" name="element_0059_rect">
            <a:extLst xmlns:a="http://schemas.openxmlformats.org/drawingml/2006/main">
              <a:ext uri="{FF2B5EF4-FFF2-40B4-BE49-F238E27FC236}">
                <a16:creationId xmlns:a16="http://schemas.microsoft.com/office/drawing/2014/main" id="{278672CC-6CA4-44C2-9623-31C2BB1EC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3383" y="2032635"/>
            <a:ext cx="902970" cy="1322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 cap="rnd">
            <a:solidFill>
              <a:srgbClr val="FFFFFF"/>
            </a:solidFill>
            <a:prstDash val="solid"/>
            <a:round/>
          </a:ln>
        </p:spPr>
      </p:sp>
      <p:sp>
        <p:nvSpPr>
          <p:cNvPr id="60" name="element_0060_rect">
            <a:extLst xmlns:a="http://schemas.openxmlformats.org/drawingml/2006/main">
              <a:ext uri="{FF2B5EF4-FFF2-40B4-BE49-F238E27FC236}">
                <a16:creationId xmlns:a16="http://schemas.microsoft.com/office/drawing/2014/main" id="{F42F7F68-09C0-4C27-A842-84BA567BA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3383" y="2164842"/>
            <a:ext cx="902970" cy="1322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2"/>
          </a:solidFill>
          <a:ln xmlns:a="http://schemas.openxmlformats.org/drawingml/2006/main" w="9525" cap="rnd">
            <a:solidFill>
              <a:srgbClr val="EFF3F2"/>
            </a:solidFill>
            <a:prstDash val="solid"/>
            <a:round/>
          </a:ln>
        </p:spPr>
      </p:sp>
      <p:sp>
        <p:nvSpPr>
          <p:cNvPr id="61" name="element_0061_rect">
            <a:extLst xmlns:a="http://schemas.openxmlformats.org/drawingml/2006/main">
              <a:ext uri="{FF2B5EF4-FFF2-40B4-BE49-F238E27FC236}">
                <a16:creationId xmlns:a16="http://schemas.microsoft.com/office/drawing/2014/main" id="{1D9FEF03-5572-409A-BE76-82F101ABC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3383" y="2297049"/>
            <a:ext cx="902970" cy="1322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 cap="rnd">
            <a:solidFill>
              <a:srgbClr val="FFFFFF"/>
            </a:solidFill>
            <a:prstDash val="solid"/>
            <a:round/>
          </a:ln>
        </p:spPr>
      </p:sp>
      <p:sp>
        <p:nvSpPr>
          <p:cNvPr id="62" name="element_0062_rect">
            <a:extLst xmlns:a="http://schemas.openxmlformats.org/drawingml/2006/main">
              <a:ext uri="{FF2B5EF4-FFF2-40B4-BE49-F238E27FC236}">
                <a16:creationId xmlns:a16="http://schemas.microsoft.com/office/drawing/2014/main" id="{5A377CF9-0BF1-4A4F-8EFF-C1DA78F9F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3383" y="2429256"/>
            <a:ext cx="902970" cy="1322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2"/>
          </a:solidFill>
          <a:ln xmlns:a="http://schemas.openxmlformats.org/drawingml/2006/main" w="9525" cap="rnd">
            <a:solidFill>
              <a:srgbClr val="EFF3F2"/>
            </a:solidFill>
            <a:prstDash val="solid"/>
            <a:round/>
          </a:ln>
        </p:spPr>
      </p:sp>
      <p:sp>
        <p:nvSpPr>
          <p:cNvPr id="63" name="element_0063_rect">
            <a:extLst xmlns:a="http://schemas.openxmlformats.org/drawingml/2006/main">
              <a:ext uri="{FF2B5EF4-FFF2-40B4-BE49-F238E27FC236}">
                <a16:creationId xmlns:a16="http://schemas.microsoft.com/office/drawing/2014/main" id="{AE141F7E-CDCD-44B3-B8B6-B3DB726CD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3383" y="2561590"/>
            <a:ext cx="902970" cy="1322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 cap="rnd">
            <a:solidFill>
              <a:srgbClr val="FFFFFF"/>
            </a:solidFill>
            <a:prstDash val="solid"/>
            <a:round/>
          </a:ln>
        </p:spPr>
      </p:sp>
      <p:sp>
        <p:nvSpPr>
          <p:cNvPr id="64" name="element_0064_rect">
            <a:extLst xmlns:a="http://schemas.openxmlformats.org/drawingml/2006/main">
              <a:ext uri="{FF2B5EF4-FFF2-40B4-BE49-F238E27FC236}">
                <a16:creationId xmlns:a16="http://schemas.microsoft.com/office/drawing/2014/main" id="{4C189E23-9618-4DE6-8B4B-1175850CB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6353" y="677799"/>
            <a:ext cx="462915" cy="2967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2"/>
          </a:solidFill>
          <a:ln xmlns:a="http://schemas.openxmlformats.org/drawingml/2006/main" w="9525" cap="rnd">
            <a:solidFill>
              <a:srgbClr val="EFF3F2"/>
            </a:solidFill>
            <a:prstDash val="solid"/>
            <a:round/>
          </a:ln>
        </p:spPr>
      </p:sp>
      <p:sp>
        <p:nvSpPr>
          <p:cNvPr id="65" name="element_0065_rect">
            <a:extLst xmlns:a="http://schemas.openxmlformats.org/drawingml/2006/main">
              <a:ext uri="{FF2B5EF4-FFF2-40B4-BE49-F238E27FC236}">
                <a16:creationId xmlns:a16="http://schemas.microsoft.com/office/drawing/2014/main" id="{052BD8DC-7CDC-4C18-9E97-1C72FA688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6353" y="974725"/>
            <a:ext cx="462915" cy="1322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 cap="rnd">
            <a:solidFill>
              <a:srgbClr val="FFFFFF"/>
            </a:solidFill>
            <a:prstDash val="solid"/>
            <a:round/>
          </a:ln>
        </p:spPr>
      </p:sp>
      <p:sp>
        <p:nvSpPr>
          <p:cNvPr id="66" name="element_0066_rect">
            <a:extLst xmlns:a="http://schemas.openxmlformats.org/drawingml/2006/main">
              <a:ext uri="{FF2B5EF4-FFF2-40B4-BE49-F238E27FC236}">
                <a16:creationId xmlns:a16="http://schemas.microsoft.com/office/drawing/2014/main" id="{6E0E8A6E-1B63-4EAE-8BBF-4471BFB32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6353" y="1106932"/>
            <a:ext cx="462915" cy="1322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2"/>
          </a:solidFill>
          <a:ln xmlns:a="http://schemas.openxmlformats.org/drawingml/2006/main" w="9525" cap="rnd">
            <a:solidFill>
              <a:srgbClr val="EFF3F2"/>
            </a:solidFill>
            <a:prstDash val="solid"/>
            <a:round/>
          </a:ln>
        </p:spPr>
      </p:sp>
      <p:sp>
        <p:nvSpPr>
          <p:cNvPr id="67" name="element_0067_rect">
            <a:extLst xmlns:a="http://schemas.openxmlformats.org/drawingml/2006/main">
              <a:ext uri="{FF2B5EF4-FFF2-40B4-BE49-F238E27FC236}">
                <a16:creationId xmlns:a16="http://schemas.microsoft.com/office/drawing/2014/main" id="{A4A459F3-4767-4368-B7BC-E47D272A2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6353" y="1239139"/>
            <a:ext cx="462915" cy="1322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 cap="rnd">
            <a:solidFill>
              <a:srgbClr val="FFFFFF"/>
            </a:solidFill>
            <a:prstDash val="solid"/>
            <a:round/>
          </a:ln>
        </p:spPr>
      </p:sp>
      <p:sp>
        <p:nvSpPr>
          <p:cNvPr id="68" name="element_0068_rect">
            <a:extLst xmlns:a="http://schemas.openxmlformats.org/drawingml/2006/main">
              <a:ext uri="{FF2B5EF4-FFF2-40B4-BE49-F238E27FC236}">
                <a16:creationId xmlns:a16="http://schemas.microsoft.com/office/drawing/2014/main" id="{D7804FD0-297F-4164-9079-70311F810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6353" y="1371346"/>
            <a:ext cx="462915" cy="1322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2"/>
          </a:solidFill>
          <a:ln xmlns:a="http://schemas.openxmlformats.org/drawingml/2006/main" w="9525" cap="rnd">
            <a:solidFill>
              <a:srgbClr val="EFF3F2"/>
            </a:solidFill>
            <a:prstDash val="solid"/>
            <a:round/>
          </a:ln>
        </p:spPr>
      </p:sp>
      <p:sp>
        <p:nvSpPr>
          <p:cNvPr id="69" name="element_0069_rect">
            <a:extLst xmlns:a="http://schemas.openxmlformats.org/drawingml/2006/main">
              <a:ext uri="{FF2B5EF4-FFF2-40B4-BE49-F238E27FC236}">
                <a16:creationId xmlns:a16="http://schemas.microsoft.com/office/drawing/2014/main" id="{21AAD41E-4B51-4ED7-9FC2-7ACE64795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6353" y="1503680"/>
            <a:ext cx="462915" cy="1322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 cap="rnd">
            <a:solidFill>
              <a:srgbClr val="FFFFFF"/>
            </a:solidFill>
            <a:prstDash val="solid"/>
            <a:round/>
          </a:ln>
        </p:spPr>
      </p:sp>
      <p:sp>
        <p:nvSpPr>
          <p:cNvPr id="70" name="element_0070_rect">
            <a:extLst xmlns:a="http://schemas.openxmlformats.org/drawingml/2006/main">
              <a:ext uri="{FF2B5EF4-FFF2-40B4-BE49-F238E27FC236}">
                <a16:creationId xmlns:a16="http://schemas.microsoft.com/office/drawing/2014/main" id="{C10E47E3-B3B1-4AAC-B953-FF78D8A19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6353" y="1635887"/>
            <a:ext cx="462915" cy="1322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2"/>
          </a:solidFill>
          <a:ln xmlns:a="http://schemas.openxmlformats.org/drawingml/2006/main" w="9525" cap="rnd">
            <a:solidFill>
              <a:srgbClr val="EFF3F2"/>
            </a:solidFill>
            <a:prstDash val="solid"/>
            <a:round/>
          </a:ln>
        </p:spPr>
      </p:sp>
      <p:sp>
        <p:nvSpPr>
          <p:cNvPr id="71" name="element_0071_rect">
            <a:extLst xmlns:a="http://schemas.openxmlformats.org/drawingml/2006/main">
              <a:ext uri="{FF2B5EF4-FFF2-40B4-BE49-F238E27FC236}">
                <a16:creationId xmlns:a16="http://schemas.microsoft.com/office/drawing/2014/main" id="{278F85A6-FE4D-4734-BF9E-FE468E4F6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6353" y="1768094"/>
            <a:ext cx="462915" cy="1322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 cap="rnd">
            <a:solidFill>
              <a:srgbClr val="FFFFFF"/>
            </a:solidFill>
            <a:prstDash val="solid"/>
            <a:round/>
          </a:ln>
        </p:spPr>
      </p:sp>
      <p:sp>
        <p:nvSpPr>
          <p:cNvPr id="72" name="element_0072_rect">
            <a:extLst xmlns:a="http://schemas.openxmlformats.org/drawingml/2006/main">
              <a:ext uri="{FF2B5EF4-FFF2-40B4-BE49-F238E27FC236}">
                <a16:creationId xmlns:a16="http://schemas.microsoft.com/office/drawing/2014/main" id="{4F5A33A0-9573-46D1-93B6-59206EAFF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6353" y="1900301"/>
            <a:ext cx="462915" cy="1322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2"/>
          </a:solidFill>
          <a:ln xmlns:a="http://schemas.openxmlformats.org/drawingml/2006/main" w="9525" cap="rnd">
            <a:solidFill>
              <a:srgbClr val="EFF3F2"/>
            </a:solidFill>
            <a:prstDash val="solid"/>
            <a:round/>
          </a:ln>
        </p:spPr>
      </p:sp>
      <p:sp>
        <p:nvSpPr>
          <p:cNvPr id="73" name="element_0073_rect">
            <a:extLst xmlns:a="http://schemas.openxmlformats.org/drawingml/2006/main">
              <a:ext uri="{FF2B5EF4-FFF2-40B4-BE49-F238E27FC236}">
                <a16:creationId xmlns:a16="http://schemas.microsoft.com/office/drawing/2014/main" id="{87F4179F-6339-4BF9-897A-E5C6E3992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6353" y="2032635"/>
            <a:ext cx="462915" cy="1322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 cap="rnd">
            <a:solidFill>
              <a:srgbClr val="FFFFFF"/>
            </a:solidFill>
            <a:prstDash val="solid"/>
            <a:round/>
          </a:ln>
        </p:spPr>
      </p:sp>
      <p:sp>
        <p:nvSpPr>
          <p:cNvPr id="74" name="element_0074_rect">
            <a:extLst xmlns:a="http://schemas.openxmlformats.org/drawingml/2006/main">
              <a:ext uri="{FF2B5EF4-FFF2-40B4-BE49-F238E27FC236}">
                <a16:creationId xmlns:a16="http://schemas.microsoft.com/office/drawing/2014/main" id="{CC238639-A970-4D9B-BD15-05A25C268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6353" y="2164842"/>
            <a:ext cx="462915" cy="1322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2"/>
          </a:solidFill>
          <a:ln xmlns:a="http://schemas.openxmlformats.org/drawingml/2006/main" w="9525" cap="rnd">
            <a:solidFill>
              <a:srgbClr val="EFF3F2"/>
            </a:solidFill>
            <a:prstDash val="solid"/>
            <a:round/>
          </a:ln>
        </p:spPr>
      </p:sp>
      <p:sp>
        <p:nvSpPr>
          <p:cNvPr id="75" name="element_0075_rect">
            <a:extLst xmlns:a="http://schemas.openxmlformats.org/drawingml/2006/main">
              <a:ext uri="{FF2B5EF4-FFF2-40B4-BE49-F238E27FC236}">
                <a16:creationId xmlns:a16="http://schemas.microsoft.com/office/drawing/2014/main" id="{BCEDE739-437F-447C-BB34-595D78E06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6353" y="2297049"/>
            <a:ext cx="462915" cy="1322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 cap="rnd">
            <a:solidFill>
              <a:srgbClr val="FFFFFF"/>
            </a:solidFill>
            <a:prstDash val="solid"/>
            <a:round/>
          </a:ln>
        </p:spPr>
      </p:sp>
      <p:sp>
        <p:nvSpPr>
          <p:cNvPr id="76" name="element_0076_rect">
            <a:extLst xmlns:a="http://schemas.openxmlformats.org/drawingml/2006/main">
              <a:ext uri="{FF2B5EF4-FFF2-40B4-BE49-F238E27FC236}">
                <a16:creationId xmlns:a16="http://schemas.microsoft.com/office/drawing/2014/main" id="{C014EF83-FCA9-40E6-BC3E-043DCFABE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6353" y="2429256"/>
            <a:ext cx="462915" cy="1322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2"/>
          </a:solidFill>
          <a:ln xmlns:a="http://schemas.openxmlformats.org/drawingml/2006/main" w="9525" cap="rnd">
            <a:solidFill>
              <a:srgbClr val="EFF3F2"/>
            </a:solidFill>
            <a:prstDash val="solid"/>
            <a:round/>
          </a:ln>
        </p:spPr>
      </p:sp>
      <p:sp>
        <p:nvSpPr>
          <p:cNvPr id="77" name="element_0077_rect">
            <a:extLst xmlns:a="http://schemas.openxmlformats.org/drawingml/2006/main">
              <a:ext uri="{FF2B5EF4-FFF2-40B4-BE49-F238E27FC236}">
                <a16:creationId xmlns:a16="http://schemas.microsoft.com/office/drawing/2014/main" id="{C8BC117C-2F09-4B6E-88D2-B7D37A282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6353" y="2561590"/>
            <a:ext cx="462915" cy="1322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 cap="rnd">
            <a:solidFill>
              <a:srgbClr val="FFFFFF"/>
            </a:solidFill>
            <a:prstDash val="solid"/>
            <a:round/>
          </a:ln>
        </p:spPr>
      </p:sp>
      <p:sp>
        <p:nvSpPr>
          <p:cNvPr id="78" name="element_0078_text_Variable">
            <a:extLst xmlns:a="http://schemas.openxmlformats.org/drawingml/2006/main">
              <a:ext uri="{FF2B5EF4-FFF2-40B4-BE49-F238E27FC236}">
                <a16:creationId xmlns:a16="http://schemas.microsoft.com/office/drawing/2014/main" id="{867E38C3-A16D-4876-B3FA-3A18FF6FB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962" y="541590"/>
            <a:ext cx="439388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9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Variable</a:t>
            </a:r>
          </a:p>
        </p:txBody>
      </p:sp>
      <p:sp>
        <p:nvSpPr>
          <p:cNvPr id="79" name="element_0079_text_Log biomarker">
            <a:extLst xmlns:a="http://schemas.openxmlformats.org/drawingml/2006/main">
              <a:ext uri="{FF2B5EF4-FFF2-40B4-BE49-F238E27FC236}">
                <a16:creationId xmlns:a16="http://schemas.microsoft.com/office/drawing/2014/main" id="{31D4DE7A-B560-42F2-800B-6777634E2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962" y="673797"/>
            <a:ext cx="73161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Log biomarker</a:t>
            </a:r>
          </a:p>
        </p:txBody>
      </p:sp>
      <p:sp>
        <p:nvSpPr>
          <p:cNvPr id="80" name="element_0080_text_(per 1 SD)">
            <a:extLst xmlns:a="http://schemas.openxmlformats.org/drawingml/2006/main">
              <a:ext uri="{FF2B5EF4-FFF2-40B4-BE49-F238E27FC236}">
                <a16:creationId xmlns:a16="http://schemas.microsoft.com/office/drawing/2014/main" id="{9AFF2C7F-396E-414D-B7A7-327600852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962" y="838389"/>
            <a:ext cx="528161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(per 1 SD)</a:t>
            </a:r>
          </a:p>
        </p:txBody>
      </p:sp>
      <p:sp>
        <p:nvSpPr>
          <p:cNvPr id="81" name="element_0081_text_N">
            <a:extLst xmlns:a="http://schemas.openxmlformats.org/drawingml/2006/main">
              <a:ext uri="{FF2B5EF4-FFF2-40B4-BE49-F238E27FC236}">
                <a16:creationId xmlns:a16="http://schemas.microsoft.com/office/drawing/2014/main" id="{E0C50965-D2C2-4746-9BB9-2F94810D3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36293" y="541590"/>
            <a:ext cx="83534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9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82" name="element_0082_text_Age (per 10 years)">
            <a:extLst xmlns:a="http://schemas.openxmlformats.org/drawingml/2006/main">
              <a:ext uri="{FF2B5EF4-FFF2-40B4-BE49-F238E27FC236}">
                <a16:creationId xmlns:a16="http://schemas.microsoft.com/office/drawing/2014/main" id="{7EEC9C3E-32BF-4823-B55D-D0A5716E2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962" y="970596"/>
            <a:ext cx="947547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Age (per 10 years)</a:t>
            </a:r>
          </a:p>
        </p:txBody>
      </p:sp>
      <p:sp>
        <p:nvSpPr>
          <p:cNvPr id="83" name="element_0083_text_ ">
            <a:extLst xmlns:a="http://schemas.openxmlformats.org/drawingml/2006/main">
              <a:ext uri="{FF2B5EF4-FFF2-40B4-BE49-F238E27FC236}">
                <a16:creationId xmlns:a16="http://schemas.microsoft.com/office/drawing/2014/main" id="{182C9E96-221D-4D58-8A44-55B6C5DAD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09089" y="541590"/>
            <a:ext cx="32671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9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</a:p>
        </p:txBody>
      </p:sp>
      <p:sp>
        <p:nvSpPr>
          <p:cNvPr id="84" name="element_0084_text_Stage">
            <a:extLst xmlns:a="http://schemas.openxmlformats.org/drawingml/2006/main">
              <a:ext uri="{FF2B5EF4-FFF2-40B4-BE49-F238E27FC236}">
                <a16:creationId xmlns:a16="http://schemas.microsoft.com/office/drawing/2014/main" id="{A644210D-1706-49C5-A0C8-2FB7582EB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962" y="1102930"/>
            <a:ext cx="299657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Stage</a:t>
            </a:r>
          </a:p>
        </p:txBody>
      </p:sp>
      <p:sp>
        <p:nvSpPr>
          <p:cNvPr id="85" name="element_0085_text_HR (95% CI)">
            <a:extLst xmlns:a="http://schemas.openxmlformats.org/drawingml/2006/main">
              <a:ext uri="{FF2B5EF4-FFF2-40B4-BE49-F238E27FC236}">
                <a16:creationId xmlns:a16="http://schemas.microsoft.com/office/drawing/2014/main" id="{511863F7-3EC2-4FFC-B26D-9F2427871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28595" y="541590"/>
            <a:ext cx="648748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9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HR (95% CI)</a:t>
            </a:r>
          </a:p>
        </p:txBody>
      </p:sp>
      <p:sp>
        <p:nvSpPr>
          <p:cNvPr id="86" name="element_0086_text_   I (ref)">
            <a:extLst xmlns:a="http://schemas.openxmlformats.org/drawingml/2006/main">
              <a:ext uri="{FF2B5EF4-FFF2-40B4-BE49-F238E27FC236}">
                <a16:creationId xmlns:a16="http://schemas.microsoft.com/office/drawing/2014/main" id="{0CCA4CFD-E705-43C9-BE9F-15FC34B4A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962" y="1235137"/>
            <a:ext cx="369284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 I (ref)</a:t>
            </a:r>
          </a:p>
        </p:txBody>
      </p:sp>
      <p:sp>
        <p:nvSpPr>
          <p:cNvPr id="87" name="element_0087_text_P value">
            <a:extLst xmlns:a="http://schemas.openxmlformats.org/drawingml/2006/main">
              <a:ext uri="{FF2B5EF4-FFF2-40B4-BE49-F238E27FC236}">
                <a16:creationId xmlns:a16="http://schemas.microsoft.com/office/drawing/2014/main" id="{039842FE-7FFB-4E40-AA8B-D67F4F959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09467" y="541590"/>
            <a:ext cx="377952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900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 value</a:t>
            </a:r>
          </a:p>
        </p:txBody>
      </p:sp>
      <p:sp>
        <p:nvSpPr>
          <p:cNvPr id="88" name="element_0088_text_   II">
            <a:extLst xmlns:a="http://schemas.openxmlformats.org/drawingml/2006/main">
              <a:ext uri="{FF2B5EF4-FFF2-40B4-BE49-F238E27FC236}">
                <a16:creationId xmlns:a16="http://schemas.microsoft.com/office/drawing/2014/main" id="{072CB203-F43F-44C5-A89B-EB32B6CB3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962" y="1367344"/>
            <a:ext cx="159734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 II</a:t>
            </a:r>
          </a:p>
        </p:txBody>
      </p:sp>
      <p:sp>
        <p:nvSpPr>
          <p:cNvPr id="89" name="element_0089_text_   III">
            <a:extLst xmlns:a="http://schemas.openxmlformats.org/drawingml/2006/main">
              <a:ext uri="{FF2B5EF4-FFF2-40B4-BE49-F238E27FC236}">
                <a16:creationId xmlns:a16="http://schemas.microsoft.com/office/drawing/2014/main" id="{4E38F726-BD03-40F2-AD28-26E30ED43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962" y="1499551"/>
            <a:ext cx="191453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 III</a:t>
            </a:r>
          </a:p>
        </p:txBody>
      </p:sp>
      <p:sp>
        <p:nvSpPr>
          <p:cNvPr id="90" name="element_0090_text_   IV">
            <a:extLst xmlns:a="http://schemas.openxmlformats.org/drawingml/2006/main">
              <a:ext uri="{FF2B5EF4-FFF2-40B4-BE49-F238E27FC236}">
                <a16:creationId xmlns:a16="http://schemas.microsoft.com/office/drawing/2014/main" id="{B1C80D6C-33A7-4223-B4FA-1FE9B1545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962" y="1631885"/>
            <a:ext cx="204216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 IV</a:t>
            </a:r>
          </a:p>
        </p:txBody>
      </p:sp>
      <p:sp>
        <p:nvSpPr>
          <p:cNvPr id="91" name="element_0091_text_Comorbidity">
            <a:extLst xmlns:a="http://schemas.openxmlformats.org/drawingml/2006/main">
              <a:ext uri="{FF2B5EF4-FFF2-40B4-BE49-F238E27FC236}">
                <a16:creationId xmlns:a16="http://schemas.microsoft.com/office/drawing/2014/main" id="{3E70DECD-F9CC-4804-87CE-5C36ACF9D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962" y="1764092"/>
            <a:ext cx="610743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Comorbidity</a:t>
            </a:r>
          </a:p>
        </p:txBody>
      </p:sp>
      <p:sp>
        <p:nvSpPr>
          <p:cNvPr id="92" name="element_0092_text_   No (ref)">
            <a:extLst xmlns:a="http://schemas.openxmlformats.org/drawingml/2006/main">
              <a:ext uri="{FF2B5EF4-FFF2-40B4-BE49-F238E27FC236}">
                <a16:creationId xmlns:a16="http://schemas.microsoft.com/office/drawing/2014/main" id="{3ABE3A70-85BC-47AA-8F0C-6ED725C8E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962" y="1896299"/>
            <a:ext cx="483584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 No (ref)</a:t>
            </a:r>
          </a:p>
        </p:txBody>
      </p:sp>
      <p:sp>
        <p:nvSpPr>
          <p:cNvPr id="93" name="element_0093_text_   Yes">
            <a:extLst xmlns:a="http://schemas.openxmlformats.org/drawingml/2006/main">
              <a:ext uri="{FF2B5EF4-FFF2-40B4-BE49-F238E27FC236}">
                <a16:creationId xmlns:a16="http://schemas.microsoft.com/office/drawing/2014/main" id="{35750ADC-AA62-4805-BEF5-949A24C46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962" y="2028506"/>
            <a:ext cx="280607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 Yes</a:t>
            </a:r>
          </a:p>
        </p:txBody>
      </p:sp>
      <p:sp>
        <p:nvSpPr>
          <p:cNvPr id="94" name="element_0094_text_Treatment">
            <a:extLst xmlns:a="http://schemas.openxmlformats.org/drawingml/2006/main">
              <a:ext uri="{FF2B5EF4-FFF2-40B4-BE49-F238E27FC236}">
                <a16:creationId xmlns:a16="http://schemas.microsoft.com/office/drawing/2014/main" id="{38E92F40-0B24-4462-861E-AEB4A576E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962" y="2160840"/>
            <a:ext cx="517589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Treatment</a:t>
            </a:r>
          </a:p>
        </p:txBody>
      </p:sp>
      <p:sp>
        <p:nvSpPr>
          <p:cNvPr id="95" name="element_0095_text_   Surgery (ref)">
            <a:extLst xmlns:a="http://schemas.openxmlformats.org/drawingml/2006/main">
              <a:ext uri="{FF2B5EF4-FFF2-40B4-BE49-F238E27FC236}">
                <a16:creationId xmlns:a16="http://schemas.microsoft.com/office/drawing/2014/main" id="{3C883A7D-2EE0-4D26-8724-2C46A36BD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962" y="2293047"/>
            <a:ext cx="737711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 Surgery (ref)</a:t>
            </a:r>
          </a:p>
        </p:txBody>
      </p:sp>
      <p:sp>
        <p:nvSpPr>
          <p:cNvPr id="96" name="element_0096_text_   Surgery + adj.">
            <a:extLst xmlns:a="http://schemas.openxmlformats.org/drawingml/2006/main">
              <a:ext uri="{FF2B5EF4-FFF2-40B4-BE49-F238E27FC236}">
                <a16:creationId xmlns:a16="http://schemas.microsoft.com/office/drawing/2014/main" id="{58E5F1C8-558A-4905-BB43-61674F884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962" y="2425254"/>
            <a:ext cx="810959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 Surgery + adj.</a:t>
            </a:r>
          </a:p>
        </p:txBody>
      </p:sp>
      <p:sp>
        <p:nvSpPr>
          <p:cNvPr id="97" name="element_0097_text_   Systemic therapy">
            <a:extLst xmlns:a="http://schemas.openxmlformats.org/drawingml/2006/main">
              <a:ext uri="{FF2B5EF4-FFF2-40B4-BE49-F238E27FC236}">
                <a16:creationId xmlns:a16="http://schemas.microsoft.com/office/drawing/2014/main" id="{E2C58495-3A02-4804-8436-7631444DC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962" y="2557461"/>
            <a:ext cx="972884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 Systemic therapy</a:t>
            </a:r>
          </a:p>
        </p:txBody>
      </p:sp>
      <p:sp>
        <p:nvSpPr>
          <p:cNvPr id="98" name="element_0098_text_480">
            <a:extLst xmlns:a="http://schemas.openxmlformats.org/drawingml/2006/main">
              <a:ext uri="{FF2B5EF4-FFF2-40B4-BE49-F238E27FC236}">
                <a16:creationId xmlns:a16="http://schemas.microsoft.com/office/drawing/2014/main" id="{4AD4D115-7A48-471C-8DD9-1B26B0B74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36293" y="756093"/>
            <a:ext cx="191643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480</a:t>
            </a:r>
          </a:p>
        </p:txBody>
      </p:sp>
      <p:sp>
        <p:nvSpPr>
          <p:cNvPr id="99" name="element_0099_text_480">
            <a:extLst xmlns:a="http://schemas.openxmlformats.org/drawingml/2006/main">
              <a:ext uri="{FF2B5EF4-FFF2-40B4-BE49-F238E27FC236}">
                <a16:creationId xmlns:a16="http://schemas.microsoft.com/office/drawing/2014/main" id="{B104A22A-1722-40BC-A8C6-24DBCCEE7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36293" y="970596"/>
            <a:ext cx="191643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480</a:t>
            </a:r>
          </a:p>
        </p:txBody>
      </p:sp>
      <p:sp>
        <p:nvSpPr>
          <p:cNvPr id="100" name="element_0100_text_95">
            <a:extLst xmlns:a="http://schemas.openxmlformats.org/drawingml/2006/main">
              <a:ext uri="{FF2B5EF4-FFF2-40B4-BE49-F238E27FC236}">
                <a16:creationId xmlns:a16="http://schemas.microsoft.com/office/drawing/2014/main" id="{E4D24578-9983-42FE-9210-4A240A324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36293" y="1235137"/>
            <a:ext cx="128111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95</a:t>
            </a:r>
          </a:p>
        </p:txBody>
      </p:sp>
      <p:sp>
        <p:nvSpPr>
          <p:cNvPr id="101" name="element_0101_text_156">
            <a:extLst xmlns:a="http://schemas.openxmlformats.org/drawingml/2006/main">
              <a:ext uri="{FF2B5EF4-FFF2-40B4-BE49-F238E27FC236}">
                <a16:creationId xmlns:a16="http://schemas.microsoft.com/office/drawing/2014/main" id="{672287B9-3D57-4391-8684-A9957A54F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36293" y="1367344"/>
            <a:ext cx="191643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156</a:t>
            </a:r>
          </a:p>
        </p:txBody>
      </p:sp>
      <p:sp>
        <p:nvSpPr>
          <p:cNvPr id="102" name="element_0102_text_139">
            <a:extLst xmlns:a="http://schemas.openxmlformats.org/drawingml/2006/main">
              <a:ext uri="{FF2B5EF4-FFF2-40B4-BE49-F238E27FC236}">
                <a16:creationId xmlns:a16="http://schemas.microsoft.com/office/drawing/2014/main" id="{4F5FAAF0-D8CC-4213-A44A-7D7A88DFC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36293" y="1499551"/>
            <a:ext cx="191643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139</a:t>
            </a:r>
          </a:p>
        </p:txBody>
      </p:sp>
      <p:sp>
        <p:nvSpPr>
          <p:cNvPr id="103" name="element_0103_text_90">
            <a:extLst xmlns:a="http://schemas.openxmlformats.org/drawingml/2006/main">
              <a:ext uri="{FF2B5EF4-FFF2-40B4-BE49-F238E27FC236}">
                <a16:creationId xmlns:a16="http://schemas.microsoft.com/office/drawing/2014/main" id="{A53CDF18-5CBB-4992-9608-760273461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36293" y="1631885"/>
            <a:ext cx="128111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90</a:t>
            </a:r>
          </a:p>
        </p:txBody>
      </p:sp>
      <p:sp>
        <p:nvSpPr>
          <p:cNvPr id="104" name="element_0104_text_379">
            <a:extLst xmlns:a="http://schemas.openxmlformats.org/drawingml/2006/main">
              <a:ext uri="{FF2B5EF4-FFF2-40B4-BE49-F238E27FC236}">
                <a16:creationId xmlns:a16="http://schemas.microsoft.com/office/drawing/2014/main" id="{FBBFC8B5-81D8-4890-A51C-78C6C5A2C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36293" y="1896299"/>
            <a:ext cx="191643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379</a:t>
            </a:r>
          </a:p>
        </p:txBody>
      </p:sp>
      <p:sp>
        <p:nvSpPr>
          <p:cNvPr id="105" name="element_0105_text_101">
            <a:extLst xmlns:a="http://schemas.openxmlformats.org/drawingml/2006/main">
              <a:ext uri="{FF2B5EF4-FFF2-40B4-BE49-F238E27FC236}">
                <a16:creationId xmlns:a16="http://schemas.microsoft.com/office/drawing/2014/main" id="{2F80C104-5466-4D41-9D81-F5A3C22F8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36293" y="2028506"/>
            <a:ext cx="191643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101</a:t>
            </a:r>
          </a:p>
        </p:txBody>
      </p:sp>
      <p:sp>
        <p:nvSpPr>
          <p:cNvPr id="106" name="element_0106_text_140">
            <a:extLst xmlns:a="http://schemas.openxmlformats.org/drawingml/2006/main">
              <a:ext uri="{FF2B5EF4-FFF2-40B4-BE49-F238E27FC236}">
                <a16:creationId xmlns:a16="http://schemas.microsoft.com/office/drawing/2014/main" id="{0F2B05A5-677C-46A9-B983-B141123BB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36293" y="2293047"/>
            <a:ext cx="191643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140</a:t>
            </a:r>
          </a:p>
        </p:txBody>
      </p:sp>
      <p:sp>
        <p:nvSpPr>
          <p:cNvPr id="107" name="element_0107_text_195">
            <a:extLst xmlns:a="http://schemas.openxmlformats.org/drawingml/2006/main">
              <a:ext uri="{FF2B5EF4-FFF2-40B4-BE49-F238E27FC236}">
                <a16:creationId xmlns:a16="http://schemas.microsoft.com/office/drawing/2014/main" id="{C92FFACF-5041-49BB-9F61-39A34EA0A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36293" y="2425254"/>
            <a:ext cx="191643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195</a:t>
            </a:r>
          </a:p>
        </p:txBody>
      </p:sp>
      <p:sp>
        <p:nvSpPr>
          <p:cNvPr id="108" name="element_0108_text_145">
            <a:extLst xmlns:a="http://schemas.openxmlformats.org/drawingml/2006/main">
              <a:ext uri="{FF2B5EF4-FFF2-40B4-BE49-F238E27FC236}">
                <a16:creationId xmlns:a16="http://schemas.microsoft.com/office/drawing/2014/main" id="{C5BCBA97-DBF4-4FFA-A5E9-9C6B5A580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36293" y="2557461"/>
            <a:ext cx="191643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145</a:t>
            </a:r>
          </a:p>
        </p:txBody>
      </p:sp>
      <p:sp>
        <p:nvSpPr>
          <p:cNvPr id="109" name="element_0109_text_                 ">
            <a:extLst xmlns:a="http://schemas.openxmlformats.org/drawingml/2006/main">
              <a:ext uri="{FF2B5EF4-FFF2-40B4-BE49-F238E27FC236}">
                <a16:creationId xmlns:a16="http://schemas.microsoft.com/office/drawing/2014/main" id="{D45263FA-73A2-407E-944E-F9868AEDC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09089" y="756093"/>
            <a:ext cx="54083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               </a:t>
            </a:r>
          </a:p>
        </p:txBody>
      </p:sp>
      <p:sp>
        <p:nvSpPr>
          <p:cNvPr id="110" name="element_0110_text_                 ">
            <a:extLst xmlns:a="http://schemas.openxmlformats.org/drawingml/2006/main">
              <a:ext uri="{FF2B5EF4-FFF2-40B4-BE49-F238E27FC236}">
                <a16:creationId xmlns:a16="http://schemas.microsoft.com/office/drawing/2014/main" id="{D6C14188-56EB-4764-80F6-595E22169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09089" y="970596"/>
            <a:ext cx="54083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               </a:t>
            </a:r>
          </a:p>
        </p:txBody>
      </p:sp>
      <p:sp>
        <p:nvSpPr>
          <p:cNvPr id="111" name="element_0111_text_                 ">
            <a:extLst xmlns:a="http://schemas.openxmlformats.org/drawingml/2006/main">
              <a:ext uri="{FF2B5EF4-FFF2-40B4-BE49-F238E27FC236}">
                <a16:creationId xmlns:a16="http://schemas.microsoft.com/office/drawing/2014/main" id="{2F0733E5-5739-4222-B2D6-23F469018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09089" y="1102930"/>
            <a:ext cx="54083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               </a:t>
            </a:r>
          </a:p>
        </p:txBody>
      </p:sp>
      <p:sp>
        <p:nvSpPr>
          <p:cNvPr id="112" name="element_0112_text_                 ">
            <a:extLst xmlns:a="http://schemas.openxmlformats.org/drawingml/2006/main">
              <a:ext uri="{FF2B5EF4-FFF2-40B4-BE49-F238E27FC236}">
                <a16:creationId xmlns:a16="http://schemas.microsoft.com/office/drawing/2014/main" id="{695A7F7B-9E85-4412-A5B6-C8CBB0476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09089" y="1235137"/>
            <a:ext cx="54083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               </a:t>
            </a:r>
          </a:p>
        </p:txBody>
      </p:sp>
      <p:sp>
        <p:nvSpPr>
          <p:cNvPr id="113" name="element_0113_text_                 ">
            <a:extLst xmlns:a="http://schemas.openxmlformats.org/drawingml/2006/main">
              <a:ext uri="{FF2B5EF4-FFF2-40B4-BE49-F238E27FC236}">
                <a16:creationId xmlns:a16="http://schemas.microsoft.com/office/drawing/2014/main" id="{68BDAA41-E902-428A-BB3B-DCE2CDB42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09089" y="1367344"/>
            <a:ext cx="54083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               </a:t>
            </a:r>
          </a:p>
        </p:txBody>
      </p:sp>
      <p:sp>
        <p:nvSpPr>
          <p:cNvPr id="114" name="element_0114_text_                 ">
            <a:extLst xmlns:a="http://schemas.openxmlformats.org/drawingml/2006/main">
              <a:ext uri="{FF2B5EF4-FFF2-40B4-BE49-F238E27FC236}">
                <a16:creationId xmlns:a16="http://schemas.microsoft.com/office/drawing/2014/main" id="{1FA709E6-6042-4DF0-A718-E97336FA9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09089" y="1499551"/>
            <a:ext cx="54083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               </a:t>
            </a:r>
          </a:p>
        </p:txBody>
      </p:sp>
      <p:sp>
        <p:nvSpPr>
          <p:cNvPr id="115" name="element_0115_text_                 ">
            <a:extLst xmlns:a="http://schemas.openxmlformats.org/drawingml/2006/main">
              <a:ext uri="{FF2B5EF4-FFF2-40B4-BE49-F238E27FC236}">
                <a16:creationId xmlns:a16="http://schemas.microsoft.com/office/drawing/2014/main" id="{3E320CA7-0DCC-4B97-866A-2A98CF5B4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09089" y="1631885"/>
            <a:ext cx="54083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               </a:t>
            </a:r>
          </a:p>
        </p:txBody>
      </p:sp>
      <p:sp>
        <p:nvSpPr>
          <p:cNvPr id="116" name="element_0116_text_                 ">
            <a:extLst xmlns:a="http://schemas.openxmlformats.org/drawingml/2006/main">
              <a:ext uri="{FF2B5EF4-FFF2-40B4-BE49-F238E27FC236}">
                <a16:creationId xmlns:a16="http://schemas.microsoft.com/office/drawing/2014/main" id="{192C3A10-1602-4FB2-9962-88C898E2C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09089" y="1764092"/>
            <a:ext cx="54083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               </a:t>
            </a:r>
          </a:p>
        </p:txBody>
      </p:sp>
      <p:sp>
        <p:nvSpPr>
          <p:cNvPr id="117" name="element_0117_text_                 ">
            <a:extLst xmlns:a="http://schemas.openxmlformats.org/drawingml/2006/main">
              <a:ext uri="{FF2B5EF4-FFF2-40B4-BE49-F238E27FC236}">
                <a16:creationId xmlns:a16="http://schemas.microsoft.com/office/drawing/2014/main" id="{82921568-1343-4353-A09A-A48A0852A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09089" y="1896299"/>
            <a:ext cx="54083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               </a:t>
            </a:r>
          </a:p>
        </p:txBody>
      </p:sp>
      <p:sp>
        <p:nvSpPr>
          <p:cNvPr id="118" name="element_0118_text_                 ">
            <a:extLst xmlns:a="http://schemas.openxmlformats.org/drawingml/2006/main">
              <a:ext uri="{FF2B5EF4-FFF2-40B4-BE49-F238E27FC236}">
                <a16:creationId xmlns:a16="http://schemas.microsoft.com/office/drawing/2014/main" id="{0D9A7DF0-511E-4DE9-89D3-41F9BC2F7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09089" y="2028506"/>
            <a:ext cx="54083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               </a:t>
            </a:r>
          </a:p>
        </p:txBody>
      </p:sp>
      <p:sp>
        <p:nvSpPr>
          <p:cNvPr id="119" name="element_0119_text_                 ">
            <a:extLst xmlns:a="http://schemas.openxmlformats.org/drawingml/2006/main">
              <a:ext uri="{FF2B5EF4-FFF2-40B4-BE49-F238E27FC236}">
                <a16:creationId xmlns:a16="http://schemas.microsoft.com/office/drawing/2014/main" id="{65E11DBB-3A74-4819-8AC3-703D291FA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09089" y="2160840"/>
            <a:ext cx="54083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               </a:t>
            </a:r>
          </a:p>
        </p:txBody>
      </p:sp>
      <p:sp>
        <p:nvSpPr>
          <p:cNvPr id="120" name="element_0120_text_                 ">
            <a:extLst xmlns:a="http://schemas.openxmlformats.org/drawingml/2006/main">
              <a:ext uri="{FF2B5EF4-FFF2-40B4-BE49-F238E27FC236}">
                <a16:creationId xmlns:a16="http://schemas.microsoft.com/office/drawing/2014/main" id="{A715D3A0-4BC1-4E04-B3FE-1E8F93822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09089" y="2293047"/>
            <a:ext cx="54083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               </a:t>
            </a:r>
          </a:p>
        </p:txBody>
      </p:sp>
      <p:sp>
        <p:nvSpPr>
          <p:cNvPr id="121" name="element_0121_text_                 ">
            <a:extLst xmlns:a="http://schemas.openxmlformats.org/drawingml/2006/main">
              <a:ext uri="{FF2B5EF4-FFF2-40B4-BE49-F238E27FC236}">
                <a16:creationId xmlns:a16="http://schemas.microsoft.com/office/drawing/2014/main" id="{7316B235-6E3A-489A-A6AE-823C320B4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09089" y="2425254"/>
            <a:ext cx="54083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               </a:t>
            </a:r>
          </a:p>
        </p:txBody>
      </p:sp>
      <p:sp>
        <p:nvSpPr>
          <p:cNvPr id="122" name="element_0122_text_                 ">
            <a:extLst xmlns:a="http://schemas.openxmlformats.org/drawingml/2006/main">
              <a:ext uri="{FF2B5EF4-FFF2-40B4-BE49-F238E27FC236}">
                <a16:creationId xmlns:a16="http://schemas.microsoft.com/office/drawing/2014/main" id="{E51BD68C-02DE-4794-A698-B8AD0D8D1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09089" y="2557461"/>
            <a:ext cx="54083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               </a:t>
            </a:r>
          </a:p>
        </p:txBody>
      </p:sp>
      <p:sp>
        <p:nvSpPr>
          <p:cNvPr id="123" name="element_0123_text_1.64 (1.42–1.88)">
            <a:extLst xmlns:a="http://schemas.openxmlformats.org/drawingml/2006/main">
              <a:ext uri="{FF2B5EF4-FFF2-40B4-BE49-F238E27FC236}">
                <a16:creationId xmlns:a16="http://schemas.microsoft.com/office/drawing/2014/main" id="{4BA6826C-D722-489C-99EE-8EF438799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28595" y="756093"/>
            <a:ext cx="839819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1.64 (1.42–1.88)</a:t>
            </a:r>
          </a:p>
        </p:txBody>
      </p:sp>
      <p:sp>
        <p:nvSpPr>
          <p:cNvPr id="124" name="element_0124_text_1.28 (1.13–1.46)">
            <a:extLst xmlns:a="http://schemas.openxmlformats.org/drawingml/2006/main">
              <a:ext uri="{FF2B5EF4-FFF2-40B4-BE49-F238E27FC236}">
                <a16:creationId xmlns:a16="http://schemas.microsoft.com/office/drawing/2014/main" id="{3EAD55E7-4DAB-47FB-8285-817A3819F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28595" y="970596"/>
            <a:ext cx="839819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1.28 (1.13–1.46)</a:t>
            </a:r>
          </a:p>
        </p:txBody>
      </p:sp>
      <p:sp>
        <p:nvSpPr>
          <p:cNvPr id="125" name="element_0125_text_Reference">
            <a:extLst xmlns:a="http://schemas.openxmlformats.org/drawingml/2006/main">
              <a:ext uri="{FF2B5EF4-FFF2-40B4-BE49-F238E27FC236}">
                <a16:creationId xmlns:a16="http://schemas.microsoft.com/office/drawing/2014/main" id="{B62A53A4-49DB-4964-A60B-A7E0A47E8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28595" y="1235137"/>
            <a:ext cx="528352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Reference</a:t>
            </a:r>
          </a:p>
        </p:txBody>
      </p:sp>
      <p:sp>
        <p:nvSpPr>
          <p:cNvPr id="126" name="element_0126_text_1.28 (0.86–1.92)">
            <a:extLst xmlns:a="http://schemas.openxmlformats.org/drawingml/2006/main">
              <a:ext uri="{FF2B5EF4-FFF2-40B4-BE49-F238E27FC236}">
                <a16:creationId xmlns:a16="http://schemas.microsoft.com/office/drawing/2014/main" id="{3903A92A-AD61-4B21-BDB5-FD1A96B7C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28595" y="1367344"/>
            <a:ext cx="839819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1.28 (0.86–1.92)</a:t>
            </a:r>
          </a:p>
        </p:txBody>
      </p:sp>
      <p:sp>
        <p:nvSpPr>
          <p:cNvPr id="127" name="element_0127_text_1.54 (0.99–2.41)">
            <a:extLst xmlns:a="http://schemas.openxmlformats.org/drawingml/2006/main">
              <a:ext uri="{FF2B5EF4-FFF2-40B4-BE49-F238E27FC236}">
                <a16:creationId xmlns:a16="http://schemas.microsoft.com/office/drawing/2014/main" id="{DCC47CCA-C6D1-4129-AEB2-B98B91329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28595" y="1499551"/>
            <a:ext cx="839819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1.54 (0.99–2.41)</a:t>
            </a:r>
          </a:p>
        </p:txBody>
      </p:sp>
      <p:sp>
        <p:nvSpPr>
          <p:cNvPr id="128" name="element_0128_text_3.14 (1.82–5.41)">
            <a:extLst xmlns:a="http://schemas.openxmlformats.org/drawingml/2006/main">
              <a:ext uri="{FF2B5EF4-FFF2-40B4-BE49-F238E27FC236}">
                <a16:creationId xmlns:a16="http://schemas.microsoft.com/office/drawing/2014/main" id="{5F953BA4-48F8-49CB-8C67-9F96732B9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28595" y="1631885"/>
            <a:ext cx="839819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3.14 (1.82–5.41)</a:t>
            </a:r>
          </a:p>
        </p:txBody>
      </p:sp>
      <p:sp>
        <p:nvSpPr>
          <p:cNvPr id="129" name="element_0129_text_Reference">
            <a:extLst xmlns:a="http://schemas.openxmlformats.org/drawingml/2006/main">
              <a:ext uri="{FF2B5EF4-FFF2-40B4-BE49-F238E27FC236}">
                <a16:creationId xmlns:a16="http://schemas.microsoft.com/office/drawing/2014/main" id="{6134A608-0523-4527-891A-ADD59E8F2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28595" y="1896299"/>
            <a:ext cx="528352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Reference</a:t>
            </a:r>
          </a:p>
        </p:txBody>
      </p:sp>
      <p:sp>
        <p:nvSpPr>
          <p:cNvPr id="130" name="element_0130_text_1.52 (1.13–2.03)">
            <a:extLst xmlns:a="http://schemas.openxmlformats.org/drawingml/2006/main">
              <a:ext uri="{FF2B5EF4-FFF2-40B4-BE49-F238E27FC236}">
                <a16:creationId xmlns:a16="http://schemas.microsoft.com/office/drawing/2014/main" id="{A03EC046-415B-4D4A-B5B4-02E500331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28595" y="2028506"/>
            <a:ext cx="839819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1.52 (1.13–2.03)</a:t>
            </a:r>
          </a:p>
        </p:txBody>
      </p:sp>
      <p:sp>
        <p:nvSpPr>
          <p:cNvPr id="131" name="element_0131_text_Reference">
            <a:extLst xmlns:a="http://schemas.openxmlformats.org/drawingml/2006/main">
              <a:ext uri="{FF2B5EF4-FFF2-40B4-BE49-F238E27FC236}">
                <a16:creationId xmlns:a16="http://schemas.microsoft.com/office/drawing/2014/main" id="{7A1549A2-C528-4BFB-AA42-B7BC29D86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28595" y="2293047"/>
            <a:ext cx="528352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Reference</a:t>
            </a:r>
          </a:p>
        </p:txBody>
      </p:sp>
      <p:sp>
        <p:nvSpPr>
          <p:cNvPr id="132" name="element_0132_text_0.79 (0.57–1.10)">
            <a:extLst xmlns:a="http://schemas.openxmlformats.org/drawingml/2006/main">
              <a:ext uri="{FF2B5EF4-FFF2-40B4-BE49-F238E27FC236}">
                <a16:creationId xmlns:a16="http://schemas.microsoft.com/office/drawing/2014/main" id="{D649CB14-D901-4943-8256-12CF63913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28595" y="2425254"/>
            <a:ext cx="839819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0.79 (0.57–1.10)</a:t>
            </a:r>
          </a:p>
        </p:txBody>
      </p:sp>
      <p:sp>
        <p:nvSpPr>
          <p:cNvPr id="133" name="element_0133_text_0.59 (0.39–0.89)">
            <a:extLst xmlns:a="http://schemas.openxmlformats.org/drawingml/2006/main">
              <a:ext uri="{FF2B5EF4-FFF2-40B4-BE49-F238E27FC236}">
                <a16:creationId xmlns:a16="http://schemas.microsoft.com/office/drawing/2014/main" id="{27B59CF7-5BA5-4459-B9E2-76D1EC0D8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28595" y="2557461"/>
            <a:ext cx="839819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0.59 (0.39–0.89)</a:t>
            </a:r>
          </a:p>
        </p:txBody>
      </p:sp>
      <p:sp>
        <p:nvSpPr>
          <p:cNvPr id="134" name="element_0134_text_&lt;0.001">
            <a:extLst xmlns:a="http://schemas.openxmlformats.org/drawingml/2006/main">
              <a:ext uri="{FF2B5EF4-FFF2-40B4-BE49-F238E27FC236}">
                <a16:creationId xmlns:a16="http://schemas.microsoft.com/office/drawing/2014/main" id="{642847C8-A021-41E3-B377-79B408164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09467" y="756093"/>
            <a:ext cx="353759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&lt;0.001</a:t>
            </a:r>
          </a:p>
        </p:txBody>
      </p:sp>
      <p:sp>
        <p:nvSpPr>
          <p:cNvPr id="135" name="element_0135_text_&lt;0.001">
            <a:extLst xmlns:a="http://schemas.openxmlformats.org/drawingml/2006/main">
              <a:ext uri="{FF2B5EF4-FFF2-40B4-BE49-F238E27FC236}">
                <a16:creationId xmlns:a16="http://schemas.microsoft.com/office/drawing/2014/main" id="{8662CE21-FAEE-4376-A354-F975ADA10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09467" y="970596"/>
            <a:ext cx="353759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&lt;0.001</a:t>
            </a:r>
          </a:p>
        </p:txBody>
      </p:sp>
      <p:sp>
        <p:nvSpPr>
          <p:cNvPr id="136" name="element_0136_text_&lt;0.001">
            <a:extLst xmlns:a="http://schemas.openxmlformats.org/drawingml/2006/main">
              <a:ext uri="{FF2B5EF4-FFF2-40B4-BE49-F238E27FC236}">
                <a16:creationId xmlns:a16="http://schemas.microsoft.com/office/drawing/2014/main" id="{BE1246DC-5693-4B5B-9BEC-A52369F81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09467" y="1102930"/>
            <a:ext cx="353759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&lt;0.001</a:t>
            </a:r>
          </a:p>
        </p:txBody>
      </p:sp>
      <p:sp>
        <p:nvSpPr>
          <p:cNvPr id="137" name="element_0137_text_0.227">
            <a:extLst xmlns:a="http://schemas.openxmlformats.org/drawingml/2006/main">
              <a:ext uri="{FF2B5EF4-FFF2-40B4-BE49-F238E27FC236}">
                <a16:creationId xmlns:a16="http://schemas.microsoft.com/office/drawing/2014/main" id="{FC584072-D737-45CB-839D-22C68B3C7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09467" y="1367344"/>
            <a:ext cx="286988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0.227</a:t>
            </a:r>
          </a:p>
        </p:txBody>
      </p:sp>
      <p:sp>
        <p:nvSpPr>
          <p:cNvPr id="138" name="element_0138_text_0.057">
            <a:extLst xmlns:a="http://schemas.openxmlformats.org/drawingml/2006/main">
              <a:ext uri="{FF2B5EF4-FFF2-40B4-BE49-F238E27FC236}">
                <a16:creationId xmlns:a16="http://schemas.microsoft.com/office/drawing/2014/main" id="{7FB73009-D512-4630-B873-32DF09CB2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09467" y="1499551"/>
            <a:ext cx="286988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0.057</a:t>
            </a:r>
          </a:p>
        </p:txBody>
      </p:sp>
      <p:sp>
        <p:nvSpPr>
          <p:cNvPr id="139" name="element_0139_text_&lt;0.001">
            <a:extLst xmlns:a="http://schemas.openxmlformats.org/drawingml/2006/main">
              <a:ext uri="{FF2B5EF4-FFF2-40B4-BE49-F238E27FC236}">
                <a16:creationId xmlns:a16="http://schemas.microsoft.com/office/drawing/2014/main" id="{D648CBED-638C-4406-8925-7B10386D0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09467" y="1631885"/>
            <a:ext cx="353759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&lt;0.001</a:t>
            </a:r>
          </a:p>
        </p:txBody>
      </p:sp>
      <p:sp>
        <p:nvSpPr>
          <p:cNvPr id="140" name="element_0140_text_0.006">
            <a:extLst xmlns:a="http://schemas.openxmlformats.org/drawingml/2006/main">
              <a:ext uri="{FF2B5EF4-FFF2-40B4-BE49-F238E27FC236}">
                <a16:creationId xmlns:a16="http://schemas.microsoft.com/office/drawing/2014/main" id="{B0B739E8-BED4-4168-9EE7-B2694DE58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09467" y="1764092"/>
            <a:ext cx="286988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0.006</a:t>
            </a:r>
          </a:p>
        </p:txBody>
      </p:sp>
      <p:sp>
        <p:nvSpPr>
          <p:cNvPr id="141" name="element_0141_text_0.005">
            <a:extLst xmlns:a="http://schemas.openxmlformats.org/drawingml/2006/main">
              <a:ext uri="{FF2B5EF4-FFF2-40B4-BE49-F238E27FC236}">
                <a16:creationId xmlns:a16="http://schemas.microsoft.com/office/drawing/2014/main" id="{A4A1C540-CE5D-4E03-8CE0-0C159B920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09467" y="2028506"/>
            <a:ext cx="286988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0.005</a:t>
            </a:r>
          </a:p>
        </p:txBody>
      </p:sp>
      <p:sp>
        <p:nvSpPr>
          <p:cNvPr id="142" name="element_0142_text_0.044">
            <a:extLst xmlns:a="http://schemas.openxmlformats.org/drawingml/2006/main">
              <a:ext uri="{FF2B5EF4-FFF2-40B4-BE49-F238E27FC236}">
                <a16:creationId xmlns:a16="http://schemas.microsoft.com/office/drawing/2014/main" id="{71B710DB-4145-4527-B1F6-446A8C6E4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09467" y="2160840"/>
            <a:ext cx="286988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0.044</a:t>
            </a:r>
          </a:p>
        </p:txBody>
      </p:sp>
      <p:sp>
        <p:nvSpPr>
          <p:cNvPr id="143" name="element_0143_text_0.160">
            <a:extLst xmlns:a="http://schemas.openxmlformats.org/drawingml/2006/main">
              <a:ext uri="{FF2B5EF4-FFF2-40B4-BE49-F238E27FC236}">
                <a16:creationId xmlns:a16="http://schemas.microsoft.com/office/drawing/2014/main" id="{FACF3612-9F04-440C-9E5C-A4509AA2B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09467" y="2425254"/>
            <a:ext cx="286988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0.160</a:t>
            </a:r>
          </a:p>
        </p:txBody>
      </p:sp>
      <p:sp>
        <p:nvSpPr>
          <p:cNvPr id="144" name="element_0144_text_0.013">
            <a:extLst xmlns:a="http://schemas.openxmlformats.org/drawingml/2006/main">
              <a:ext uri="{FF2B5EF4-FFF2-40B4-BE49-F238E27FC236}">
                <a16:creationId xmlns:a16="http://schemas.microsoft.com/office/drawing/2014/main" id="{F325A4DE-19D2-4CBB-B163-AB90C1225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09467" y="2557461"/>
            <a:ext cx="286988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0.013</a:t>
            </a:r>
          </a:p>
        </p:txBody>
      </p:sp>
      <p:sp>
        <p:nvSpPr>
          <p:cNvPr id="145" name="element_0145_line">
            <a:extLst xmlns:a="http://schemas.openxmlformats.org/drawingml/2006/main">
              <a:ext uri="{FF2B5EF4-FFF2-40B4-BE49-F238E27FC236}">
                <a16:creationId xmlns:a16="http://schemas.microsoft.com/office/drawing/2014/main" id="{901E3758-9F51-4E4E-9BBB-C430C17E4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0323" y="698119"/>
            <a:ext cx="10" cy="1981200"/>
          </a:xfrm>
          <a:custGeom xmlns:a="http://schemas.openxmlformats.org/drawingml/2006/main">
            <a:pathLst>
              <a:path w="10" h="1981200">
                <a:moveTo>
                  <a:pt x="0" y="1981200"/>
                </a:moveTo>
                <a:lnTo>
                  <a:pt x="0" y="1930400"/>
                </a:lnTo>
                <a:moveTo>
                  <a:pt x="0" y="1879600"/>
                </a:moveTo>
                <a:lnTo>
                  <a:pt x="0" y="1828800"/>
                </a:lnTo>
                <a:moveTo>
                  <a:pt x="0" y="1778000"/>
                </a:moveTo>
                <a:lnTo>
                  <a:pt x="0" y="1727200"/>
                </a:lnTo>
                <a:moveTo>
                  <a:pt x="0" y="1676400"/>
                </a:moveTo>
                <a:lnTo>
                  <a:pt x="0" y="1625600"/>
                </a:lnTo>
                <a:moveTo>
                  <a:pt x="0" y="1574800"/>
                </a:moveTo>
                <a:lnTo>
                  <a:pt x="0" y="1524000"/>
                </a:lnTo>
                <a:moveTo>
                  <a:pt x="0" y="1473200"/>
                </a:moveTo>
                <a:lnTo>
                  <a:pt x="0" y="1422400"/>
                </a:lnTo>
                <a:moveTo>
                  <a:pt x="0" y="1371600"/>
                </a:moveTo>
                <a:lnTo>
                  <a:pt x="0" y="1320800"/>
                </a:lnTo>
                <a:moveTo>
                  <a:pt x="0" y="1270000"/>
                </a:moveTo>
                <a:lnTo>
                  <a:pt x="0" y="1219200"/>
                </a:lnTo>
                <a:moveTo>
                  <a:pt x="0" y="1168400"/>
                </a:moveTo>
                <a:lnTo>
                  <a:pt x="0" y="1117600"/>
                </a:lnTo>
                <a:moveTo>
                  <a:pt x="0" y="1066800"/>
                </a:moveTo>
                <a:lnTo>
                  <a:pt x="0" y="1016000"/>
                </a:lnTo>
                <a:moveTo>
                  <a:pt x="0" y="965200"/>
                </a:moveTo>
                <a:lnTo>
                  <a:pt x="0" y="914400"/>
                </a:lnTo>
                <a:moveTo>
                  <a:pt x="0" y="863600"/>
                </a:moveTo>
                <a:lnTo>
                  <a:pt x="0" y="812800"/>
                </a:lnTo>
                <a:moveTo>
                  <a:pt x="0" y="762000"/>
                </a:moveTo>
                <a:lnTo>
                  <a:pt x="0" y="711200"/>
                </a:lnTo>
                <a:moveTo>
                  <a:pt x="0" y="660400"/>
                </a:moveTo>
                <a:lnTo>
                  <a:pt x="0" y="609600"/>
                </a:lnTo>
                <a:moveTo>
                  <a:pt x="0" y="558800"/>
                </a:moveTo>
                <a:lnTo>
                  <a:pt x="0" y="508000"/>
                </a:lnTo>
                <a:moveTo>
                  <a:pt x="0" y="457200"/>
                </a:moveTo>
                <a:lnTo>
                  <a:pt x="0" y="406400"/>
                </a:lnTo>
                <a:moveTo>
                  <a:pt x="0" y="355600"/>
                </a:moveTo>
                <a:lnTo>
                  <a:pt x="0" y="304800"/>
                </a:lnTo>
                <a:moveTo>
                  <a:pt x="0" y="254000"/>
                </a:moveTo>
                <a:lnTo>
                  <a:pt x="0" y="203200"/>
                </a:lnTo>
                <a:moveTo>
                  <a:pt x="0" y="152400"/>
                </a:moveTo>
                <a:lnTo>
                  <a:pt x="0" y="101600"/>
                </a:lnTo>
                <a:moveTo>
                  <a:pt x="0" y="508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04" cap="rnd">
            <a:solidFill>
              <a:srgbClr val="666666"/>
            </a:solidFill>
            <a:prstDash val="solid"/>
            <a:round/>
          </a:ln>
        </p:spPr>
      </p:sp>
      <p:sp>
        <p:nvSpPr>
          <p:cNvPr id="146" name="element_0146_polyline">
            <a:extLst xmlns:a="http://schemas.openxmlformats.org/drawingml/2006/main">
              <a:ext uri="{FF2B5EF4-FFF2-40B4-BE49-F238E27FC236}">
                <a16:creationId xmlns:a16="http://schemas.microsoft.com/office/drawing/2014/main" id="{BE83F86B-A1B1-4B6B-A7BA-0EB3A2B90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4204" y="826262"/>
            <a:ext cx="50800" cy="10"/>
          </a:xfrm>
          <a:custGeom xmlns:a="http://schemas.openxmlformats.org/drawingml/2006/main">
            <a:pathLst>
              <a:path w="50800" h="10">
                <a:moveTo>
                  <a:pt x="0" y="0"/>
                </a:moveTo>
                <a:lnTo>
                  <a:pt x="50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 cap="rnd">
            <a:solidFill>
              <a:srgbClr val="0072B2"/>
            </a:solidFill>
            <a:prstDash val="solid"/>
            <a:round/>
          </a:ln>
        </p:spPr>
      </p:sp>
      <p:sp>
        <p:nvSpPr>
          <p:cNvPr id="147" name="element_0147_line">
            <a:extLst xmlns:a="http://schemas.openxmlformats.org/drawingml/2006/main">
              <a:ext uri="{FF2B5EF4-FFF2-40B4-BE49-F238E27FC236}">
                <a16:creationId xmlns:a16="http://schemas.microsoft.com/office/drawing/2014/main" id="{4D17863D-A35B-4D07-8016-B342195A7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4204" y="811403"/>
            <a:ext cx="10" cy="29718"/>
          </a:xfrm>
          <a:custGeom xmlns:a="http://schemas.openxmlformats.org/drawingml/2006/main">
            <a:pathLst>
              <a:path w="10" h="29718">
                <a:moveTo>
                  <a:pt x="0" y="2971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 cap="rnd">
            <a:solidFill>
              <a:srgbClr val="0072B2"/>
            </a:solidFill>
            <a:prstDash val="solid"/>
            <a:round/>
          </a:ln>
        </p:spPr>
      </p:sp>
      <p:sp>
        <p:nvSpPr>
          <p:cNvPr id="148" name="element_0148_line">
            <a:extLst xmlns:a="http://schemas.openxmlformats.org/drawingml/2006/main">
              <a:ext uri="{FF2B5EF4-FFF2-40B4-BE49-F238E27FC236}">
                <a16:creationId xmlns:a16="http://schemas.microsoft.com/office/drawing/2014/main" id="{FFC44C06-1B91-4B28-98A1-92523E673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5004" y="811403"/>
            <a:ext cx="10" cy="29718"/>
          </a:xfrm>
          <a:custGeom xmlns:a="http://schemas.openxmlformats.org/drawingml/2006/main">
            <a:pathLst>
              <a:path w="10" h="29718">
                <a:moveTo>
                  <a:pt x="0" y="2971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 cap="rnd">
            <a:solidFill>
              <a:srgbClr val="0072B2"/>
            </a:solidFill>
            <a:prstDash val="solid"/>
            <a:round/>
          </a:ln>
        </p:spPr>
      </p:sp>
      <p:sp>
        <p:nvSpPr>
          <p:cNvPr id="149" name="element_0149_polygon">
            <a:extLst xmlns:a="http://schemas.openxmlformats.org/drawingml/2006/main">
              <a:ext uri="{FF2B5EF4-FFF2-40B4-BE49-F238E27FC236}">
                <a16:creationId xmlns:a16="http://schemas.microsoft.com/office/drawing/2014/main" id="{45AB56A2-3EC9-4692-A1BF-AF47D4B14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4171" y="790829"/>
            <a:ext cx="70866" cy="708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B4E9"/>
          </a:solidFill>
          <a:ln xmlns:a="http://schemas.openxmlformats.org/drawingml/2006/main" w="7620" cap="rnd">
            <a:noFill/>
            <a:prstDash val="solid"/>
            <a:round/>
          </a:ln>
        </p:spPr>
      </p:sp>
      <p:sp>
        <p:nvSpPr>
          <p:cNvPr id="150" name="element_0150_polyline">
            <a:extLst xmlns:a="http://schemas.openxmlformats.org/drawingml/2006/main">
              <a:ext uri="{FF2B5EF4-FFF2-40B4-BE49-F238E27FC236}">
                <a16:creationId xmlns:a16="http://schemas.microsoft.com/office/drawing/2014/main" id="{640D605F-0230-4293-BA35-FC08DD554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548" y="1040765"/>
            <a:ext cx="45974" cy="10"/>
          </a:xfrm>
          <a:custGeom xmlns:a="http://schemas.openxmlformats.org/drawingml/2006/main">
            <a:pathLst>
              <a:path w="45974" h="10">
                <a:moveTo>
                  <a:pt x="0" y="0"/>
                </a:moveTo>
                <a:lnTo>
                  <a:pt x="45974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 cap="rnd">
            <a:solidFill>
              <a:srgbClr val="0072B2"/>
            </a:solidFill>
            <a:prstDash val="solid"/>
            <a:round/>
          </a:ln>
        </p:spPr>
      </p:sp>
      <p:sp>
        <p:nvSpPr>
          <p:cNvPr id="151" name="element_0151_line">
            <a:extLst xmlns:a="http://schemas.openxmlformats.org/drawingml/2006/main">
              <a:ext uri="{FF2B5EF4-FFF2-40B4-BE49-F238E27FC236}">
                <a16:creationId xmlns:a16="http://schemas.microsoft.com/office/drawing/2014/main" id="{ECE1FCDE-5D51-44A0-B9EC-1D4376DE9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548" y="1034161"/>
            <a:ext cx="10" cy="13208"/>
          </a:xfrm>
          <a:custGeom xmlns:a="http://schemas.openxmlformats.org/drawingml/2006/main">
            <a:pathLst>
              <a:path w="10" h="13208">
                <a:moveTo>
                  <a:pt x="0" y="1320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 cap="rnd">
            <a:solidFill>
              <a:srgbClr val="0072B2"/>
            </a:solidFill>
            <a:prstDash val="solid"/>
            <a:round/>
          </a:ln>
        </p:spPr>
      </p:sp>
      <p:sp>
        <p:nvSpPr>
          <p:cNvPr id="152" name="element_0152_line">
            <a:extLst xmlns:a="http://schemas.openxmlformats.org/drawingml/2006/main">
              <a:ext uri="{FF2B5EF4-FFF2-40B4-BE49-F238E27FC236}">
                <a16:creationId xmlns:a16="http://schemas.microsoft.com/office/drawing/2014/main" id="{8C9BF700-7E4D-42A0-BBA3-C5E0EA014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8522" y="1034161"/>
            <a:ext cx="10" cy="13208"/>
          </a:xfrm>
          <a:custGeom xmlns:a="http://schemas.openxmlformats.org/drawingml/2006/main">
            <a:pathLst>
              <a:path w="10" h="13208">
                <a:moveTo>
                  <a:pt x="0" y="1320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 cap="rnd">
            <a:solidFill>
              <a:srgbClr val="0072B2"/>
            </a:solidFill>
            <a:prstDash val="solid"/>
            <a:round/>
          </a:ln>
        </p:spPr>
      </p:sp>
      <p:sp>
        <p:nvSpPr>
          <p:cNvPr id="153" name="element_0153_polygon">
            <a:extLst xmlns:a="http://schemas.openxmlformats.org/drawingml/2006/main">
              <a:ext uri="{FF2B5EF4-FFF2-40B4-BE49-F238E27FC236}">
                <a16:creationId xmlns:a16="http://schemas.microsoft.com/office/drawing/2014/main" id="{C1334D4E-ED3F-4FEC-AF91-67F9D488C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0102" y="1005332"/>
            <a:ext cx="70866" cy="708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B4E9"/>
          </a:solidFill>
          <a:ln xmlns:a="http://schemas.openxmlformats.org/drawingml/2006/main" w="7620" cap="rnd">
            <a:noFill/>
            <a:prstDash val="solid"/>
            <a:round/>
          </a:ln>
        </p:spPr>
      </p:sp>
      <p:sp>
        <p:nvSpPr>
          <p:cNvPr id="154" name="element_0154_polyline">
            <a:extLst xmlns:a="http://schemas.openxmlformats.org/drawingml/2006/main">
              <a:ext uri="{FF2B5EF4-FFF2-40B4-BE49-F238E27FC236}">
                <a16:creationId xmlns:a16="http://schemas.microsoft.com/office/drawing/2014/main" id="{E3C6AFCA-C821-4427-9E94-54AC4699F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2256" y="1437513"/>
            <a:ext cx="146558" cy="10"/>
          </a:xfrm>
          <a:custGeom xmlns:a="http://schemas.openxmlformats.org/drawingml/2006/main">
            <a:pathLst>
              <a:path w="146558" h="10">
                <a:moveTo>
                  <a:pt x="0" y="0"/>
                </a:moveTo>
                <a:lnTo>
                  <a:pt x="146558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 cap="rnd">
            <a:solidFill>
              <a:srgbClr val="0072B2"/>
            </a:solidFill>
            <a:prstDash val="solid"/>
            <a:round/>
          </a:ln>
        </p:spPr>
      </p:sp>
      <p:sp>
        <p:nvSpPr>
          <p:cNvPr id="155" name="element_0155_line">
            <a:extLst xmlns:a="http://schemas.openxmlformats.org/drawingml/2006/main">
              <a:ext uri="{FF2B5EF4-FFF2-40B4-BE49-F238E27FC236}">
                <a16:creationId xmlns:a16="http://schemas.microsoft.com/office/drawing/2014/main" id="{1CD7E102-92A7-4CE1-9DEF-AEFDB9566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2256" y="1430909"/>
            <a:ext cx="10" cy="13208"/>
          </a:xfrm>
          <a:custGeom xmlns:a="http://schemas.openxmlformats.org/drawingml/2006/main">
            <a:pathLst>
              <a:path w="10" h="13208">
                <a:moveTo>
                  <a:pt x="0" y="1320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 cap="rnd">
            <a:solidFill>
              <a:srgbClr val="0072B2"/>
            </a:solidFill>
            <a:prstDash val="solid"/>
            <a:round/>
          </a:ln>
        </p:spPr>
      </p:sp>
      <p:sp>
        <p:nvSpPr>
          <p:cNvPr id="156" name="element_0156_line">
            <a:extLst xmlns:a="http://schemas.openxmlformats.org/drawingml/2006/main">
              <a:ext uri="{FF2B5EF4-FFF2-40B4-BE49-F238E27FC236}">
                <a16:creationId xmlns:a16="http://schemas.microsoft.com/office/drawing/2014/main" id="{5C04C427-7B0A-4B91-A961-9871A2A36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8814" y="1430909"/>
            <a:ext cx="10" cy="13208"/>
          </a:xfrm>
          <a:custGeom xmlns:a="http://schemas.openxmlformats.org/drawingml/2006/main">
            <a:pathLst>
              <a:path w="10" h="13208">
                <a:moveTo>
                  <a:pt x="0" y="1320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 cap="rnd">
            <a:solidFill>
              <a:srgbClr val="0072B2"/>
            </a:solidFill>
            <a:prstDash val="solid"/>
            <a:round/>
          </a:ln>
        </p:spPr>
      </p:sp>
      <p:sp>
        <p:nvSpPr>
          <p:cNvPr id="157" name="element_0157_polygon">
            <a:extLst xmlns:a="http://schemas.openxmlformats.org/drawingml/2006/main">
              <a:ext uri="{FF2B5EF4-FFF2-40B4-BE49-F238E27FC236}">
                <a16:creationId xmlns:a16="http://schemas.microsoft.com/office/drawing/2014/main" id="{2F9E513E-59F8-4223-B953-9AAB1BA72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0389" y="1412367"/>
            <a:ext cx="50292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B4E9"/>
          </a:solidFill>
          <a:ln xmlns:a="http://schemas.openxmlformats.org/drawingml/2006/main" w="7620" cap="rnd">
            <a:noFill/>
            <a:prstDash val="solid"/>
            <a:round/>
          </a:ln>
        </p:spPr>
      </p:sp>
      <p:sp>
        <p:nvSpPr>
          <p:cNvPr id="158" name="element_0158_polyline">
            <a:extLst xmlns:a="http://schemas.openxmlformats.org/drawingml/2006/main">
              <a:ext uri="{FF2B5EF4-FFF2-40B4-BE49-F238E27FC236}">
                <a16:creationId xmlns:a16="http://schemas.microsoft.com/office/drawing/2014/main" id="{ED7B6278-ABD3-4B00-98CA-E2DB2717C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8037" y="1569720"/>
            <a:ext cx="161925" cy="10"/>
          </a:xfrm>
          <a:custGeom xmlns:a="http://schemas.openxmlformats.org/drawingml/2006/main">
            <a:pathLst>
              <a:path w="161925" h="10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 cap="rnd">
            <a:solidFill>
              <a:srgbClr val="0072B2"/>
            </a:solidFill>
            <a:prstDash val="solid"/>
            <a:round/>
          </a:ln>
        </p:spPr>
      </p:sp>
      <p:sp>
        <p:nvSpPr>
          <p:cNvPr id="159" name="element_0159_line">
            <a:extLst xmlns:a="http://schemas.openxmlformats.org/drawingml/2006/main">
              <a:ext uri="{FF2B5EF4-FFF2-40B4-BE49-F238E27FC236}">
                <a16:creationId xmlns:a16="http://schemas.microsoft.com/office/drawing/2014/main" id="{7F980CE8-22E4-4248-947E-46E77D565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8037" y="1563116"/>
            <a:ext cx="10" cy="13208"/>
          </a:xfrm>
          <a:custGeom xmlns:a="http://schemas.openxmlformats.org/drawingml/2006/main">
            <a:pathLst>
              <a:path w="10" h="13208">
                <a:moveTo>
                  <a:pt x="0" y="1320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 cap="rnd">
            <a:solidFill>
              <a:srgbClr val="0072B2"/>
            </a:solidFill>
            <a:prstDash val="solid"/>
            <a:round/>
          </a:ln>
        </p:spPr>
      </p:sp>
      <p:sp>
        <p:nvSpPr>
          <p:cNvPr id="160" name="element_0160_line">
            <a:extLst xmlns:a="http://schemas.openxmlformats.org/drawingml/2006/main">
              <a:ext uri="{FF2B5EF4-FFF2-40B4-BE49-F238E27FC236}">
                <a16:creationId xmlns:a16="http://schemas.microsoft.com/office/drawing/2014/main" id="{4D691DD4-8B37-4AA2-A4B8-8E3E4DDA5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9962" y="1563116"/>
            <a:ext cx="10" cy="13208"/>
          </a:xfrm>
          <a:custGeom xmlns:a="http://schemas.openxmlformats.org/drawingml/2006/main">
            <a:pathLst>
              <a:path w="10" h="13208">
                <a:moveTo>
                  <a:pt x="0" y="1320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 cap="rnd">
            <a:solidFill>
              <a:srgbClr val="0072B2"/>
            </a:solidFill>
            <a:prstDash val="solid"/>
            <a:round/>
          </a:ln>
        </p:spPr>
      </p:sp>
      <p:sp>
        <p:nvSpPr>
          <p:cNvPr id="161" name="element_0161_polygon">
            <a:extLst xmlns:a="http://schemas.openxmlformats.org/drawingml/2006/main">
              <a:ext uri="{FF2B5EF4-FFF2-40B4-BE49-F238E27FC236}">
                <a16:creationId xmlns:a16="http://schemas.microsoft.com/office/drawing/2014/main" id="{C775ECAF-4797-4F95-924F-D5980DF75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4679" y="1545336"/>
            <a:ext cx="48641" cy="487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B4E9"/>
          </a:solidFill>
          <a:ln xmlns:a="http://schemas.openxmlformats.org/drawingml/2006/main" w="7620" cap="rnd">
            <a:noFill/>
            <a:prstDash val="solid"/>
            <a:round/>
          </a:ln>
        </p:spPr>
      </p:sp>
      <p:sp>
        <p:nvSpPr>
          <p:cNvPr id="162" name="element_0162_polyline">
            <a:extLst xmlns:a="http://schemas.openxmlformats.org/drawingml/2006/main">
              <a:ext uri="{FF2B5EF4-FFF2-40B4-BE49-F238E27FC236}">
                <a16:creationId xmlns:a16="http://schemas.microsoft.com/office/drawing/2014/main" id="{C9228D8D-6F20-4F95-946B-9E2D967D7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908" y="1701927"/>
            <a:ext cx="197612" cy="10"/>
          </a:xfrm>
          <a:custGeom xmlns:a="http://schemas.openxmlformats.org/drawingml/2006/main">
            <a:pathLst>
              <a:path w="197612" h="10">
                <a:moveTo>
                  <a:pt x="0" y="0"/>
                </a:moveTo>
                <a:lnTo>
                  <a:pt x="19761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 cap="rnd">
            <a:solidFill>
              <a:srgbClr val="0072B2"/>
            </a:solidFill>
            <a:prstDash val="solid"/>
            <a:round/>
          </a:ln>
        </p:spPr>
      </p:sp>
      <p:sp>
        <p:nvSpPr>
          <p:cNvPr id="163" name="element_0163_line">
            <a:extLst xmlns:a="http://schemas.openxmlformats.org/drawingml/2006/main">
              <a:ext uri="{FF2B5EF4-FFF2-40B4-BE49-F238E27FC236}">
                <a16:creationId xmlns:a16="http://schemas.microsoft.com/office/drawing/2014/main" id="{BA99AC11-2E9D-4477-8075-930765672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908" y="1695323"/>
            <a:ext cx="10" cy="13208"/>
          </a:xfrm>
          <a:custGeom xmlns:a="http://schemas.openxmlformats.org/drawingml/2006/main">
            <a:pathLst>
              <a:path w="10" h="13208">
                <a:moveTo>
                  <a:pt x="0" y="1320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 cap="rnd">
            <a:solidFill>
              <a:srgbClr val="0072B2"/>
            </a:solidFill>
            <a:prstDash val="solid"/>
            <a:round/>
          </a:ln>
        </p:spPr>
      </p:sp>
      <p:sp>
        <p:nvSpPr>
          <p:cNvPr id="164" name="element_0164_line">
            <a:extLst xmlns:a="http://schemas.openxmlformats.org/drawingml/2006/main">
              <a:ext uri="{FF2B5EF4-FFF2-40B4-BE49-F238E27FC236}">
                <a16:creationId xmlns:a16="http://schemas.microsoft.com/office/drawing/2014/main" id="{B87764BE-A4AD-4106-AB22-8501F76D7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6520" y="1695323"/>
            <a:ext cx="10" cy="13208"/>
          </a:xfrm>
          <a:custGeom xmlns:a="http://schemas.openxmlformats.org/drawingml/2006/main">
            <a:pathLst>
              <a:path w="10" h="13208">
                <a:moveTo>
                  <a:pt x="0" y="1320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 cap="rnd">
            <a:solidFill>
              <a:srgbClr val="0072B2"/>
            </a:solidFill>
            <a:prstDash val="solid"/>
            <a:round/>
          </a:ln>
        </p:spPr>
      </p:sp>
      <p:sp>
        <p:nvSpPr>
          <p:cNvPr id="165" name="element_0165_polygon">
            <a:extLst xmlns:a="http://schemas.openxmlformats.org/drawingml/2006/main">
              <a:ext uri="{FF2B5EF4-FFF2-40B4-BE49-F238E27FC236}">
                <a16:creationId xmlns:a16="http://schemas.microsoft.com/office/drawing/2014/main" id="{A609EC1C-DFEB-43B6-AF1A-214566F20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5870" y="1680210"/>
            <a:ext cx="43688" cy="435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B4E9"/>
          </a:solidFill>
          <a:ln xmlns:a="http://schemas.openxmlformats.org/drawingml/2006/main" w="7620" cap="rnd">
            <a:noFill/>
            <a:prstDash val="solid"/>
            <a:round/>
          </a:ln>
        </p:spPr>
      </p:sp>
      <p:sp>
        <p:nvSpPr>
          <p:cNvPr id="166" name="element_0166_polyline">
            <a:extLst xmlns:a="http://schemas.openxmlformats.org/drawingml/2006/main">
              <a:ext uri="{FF2B5EF4-FFF2-40B4-BE49-F238E27FC236}">
                <a16:creationId xmlns:a16="http://schemas.microsoft.com/office/drawing/2014/main" id="{A3CA1EE1-EEC1-44D5-9302-38098F43F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3183" y="2098675"/>
            <a:ext cx="105410" cy="10"/>
          </a:xfrm>
          <a:custGeom xmlns:a="http://schemas.openxmlformats.org/drawingml/2006/main">
            <a:pathLst>
              <a:path w="105410" h="10">
                <a:moveTo>
                  <a:pt x="0" y="0"/>
                </a:moveTo>
                <a:lnTo>
                  <a:pt x="10541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 cap="rnd">
            <a:solidFill>
              <a:srgbClr val="0072B2"/>
            </a:solidFill>
            <a:prstDash val="solid"/>
            <a:round/>
          </a:ln>
        </p:spPr>
      </p:sp>
      <p:sp>
        <p:nvSpPr>
          <p:cNvPr id="167" name="element_0167_line">
            <a:extLst xmlns:a="http://schemas.openxmlformats.org/drawingml/2006/main">
              <a:ext uri="{FF2B5EF4-FFF2-40B4-BE49-F238E27FC236}">
                <a16:creationId xmlns:a16="http://schemas.microsoft.com/office/drawing/2014/main" id="{3F9C8CCC-19E1-4EF3-87E7-24C64934F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3183" y="2092071"/>
            <a:ext cx="10" cy="13208"/>
          </a:xfrm>
          <a:custGeom xmlns:a="http://schemas.openxmlformats.org/drawingml/2006/main">
            <a:pathLst>
              <a:path w="10" h="13208">
                <a:moveTo>
                  <a:pt x="0" y="1320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 cap="rnd">
            <a:solidFill>
              <a:srgbClr val="0072B2"/>
            </a:solidFill>
            <a:prstDash val="solid"/>
            <a:round/>
          </a:ln>
        </p:spPr>
      </p:sp>
      <p:sp>
        <p:nvSpPr>
          <p:cNvPr id="168" name="element_0168_line">
            <a:extLst xmlns:a="http://schemas.openxmlformats.org/drawingml/2006/main">
              <a:ext uri="{FF2B5EF4-FFF2-40B4-BE49-F238E27FC236}">
                <a16:creationId xmlns:a16="http://schemas.microsoft.com/office/drawing/2014/main" id="{333FECCB-BD76-4857-896F-730A7A23A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8593" y="2092071"/>
            <a:ext cx="10" cy="13208"/>
          </a:xfrm>
          <a:custGeom xmlns:a="http://schemas.openxmlformats.org/drawingml/2006/main">
            <a:pathLst>
              <a:path w="10" h="13208">
                <a:moveTo>
                  <a:pt x="0" y="1320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 cap="rnd">
            <a:solidFill>
              <a:srgbClr val="0072B2"/>
            </a:solidFill>
            <a:prstDash val="solid"/>
            <a:round/>
          </a:ln>
        </p:spPr>
      </p:sp>
      <p:sp>
        <p:nvSpPr>
          <p:cNvPr id="169" name="element_0169_polygon">
            <a:extLst xmlns:a="http://schemas.openxmlformats.org/drawingml/2006/main">
              <a:ext uri="{FF2B5EF4-FFF2-40B4-BE49-F238E27FC236}">
                <a16:creationId xmlns:a16="http://schemas.microsoft.com/office/drawing/2014/main" id="{A5559FBA-1117-4570-9274-B64B4316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3409" y="2076196"/>
            <a:ext cx="44958" cy="449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B4E9"/>
          </a:solidFill>
          <a:ln xmlns:a="http://schemas.openxmlformats.org/drawingml/2006/main" w="7620" cap="rnd">
            <a:noFill/>
            <a:prstDash val="solid"/>
            <a:round/>
          </a:ln>
        </p:spPr>
      </p:sp>
      <p:sp>
        <p:nvSpPr>
          <p:cNvPr id="170" name="element_0170_polyline">
            <a:extLst xmlns:a="http://schemas.openxmlformats.org/drawingml/2006/main">
              <a:ext uri="{FF2B5EF4-FFF2-40B4-BE49-F238E27FC236}">
                <a16:creationId xmlns:a16="http://schemas.microsoft.com/office/drawing/2014/main" id="{793D851D-0BE2-4999-97C0-518B575C5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088" y="2495423"/>
            <a:ext cx="119126" cy="10"/>
          </a:xfrm>
          <a:custGeom xmlns:a="http://schemas.openxmlformats.org/drawingml/2006/main">
            <a:pathLst>
              <a:path w="119126" h="10">
                <a:moveTo>
                  <a:pt x="0" y="0"/>
                </a:moveTo>
                <a:lnTo>
                  <a:pt x="1191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 cap="rnd">
            <a:solidFill>
              <a:srgbClr val="0072B2"/>
            </a:solidFill>
            <a:prstDash val="solid"/>
            <a:round/>
          </a:ln>
        </p:spPr>
      </p:sp>
      <p:sp>
        <p:nvSpPr>
          <p:cNvPr id="171" name="element_0171_line">
            <a:extLst xmlns:a="http://schemas.openxmlformats.org/drawingml/2006/main">
              <a:ext uri="{FF2B5EF4-FFF2-40B4-BE49-F238E27FC236}">
                <a16:creationId xmlns:a16="http://schemas.microsoft.com/office/drawing/2014/main" id="{C61656BA-D8DB-48D5-B87E-63258C1A9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088" y="2488819"/>
            <a:ext cx="10" cy="13208"/>
          </a:xfrm>
          <a:custGeom xmlns:a="http://schemas.openxmlformats.org/drawingml/2006/main">
            <a:pathLst>
              <a:path w="10" h="13208">
                <a:moveTo>
                  <a:pt x="0" y="1320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 cap="rnd">
            <a:solidFill>
              <a:srgbClr val="0072B2"/>
            </a:solidFill>
            <a:prstDash val="solid"/>
            <a:round/>
          </a:ln>
        </p:spPr>
      </p:sp>
      <p:sp>
        <p:nvSpPr>
          <p:cNvPr id="172" name="element_0172_line">
            <a:extLst xmlns:a="http://schemas.openxmlformats.org/drawingml/2006/main">
              <a:ext uri="{FF2B5EF4-FFF2-40B4-BE49-F238E27FC236}">
                <a16:creationId xmlns:a16="http://schemas.microsoft.com/office/drawing/2014/main" id="{544CF837-9440-4C5E-9641-603BA8952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7214" y="2488819"/>
            <a:ext cx="10" cy="13208"/>
          </a:xfrm>
          <a:custGeom xmlns:a="http://schemas.openxmlformats.org/drawingml/2006/main">
            <a:pathLst>
              <a:path w="10" h="13208">
                <a:moveTo>
                  <a:pt x="0" y="1320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 cap="rnd">
            <a:solidFill>
              <a:srgbClr val="0072B2"/>
            </a:solidFill>
            <a:prstDash val="solid"/>
            <a:round/>
          </a:ln>
        </p:spPr>
      </p:sp>
      <p:sp>
        <p:nvSpPr>
          <p:cNvPr id="173" name="element_0173_polygon">
            <a:extLst xmlns:a="http://schemas.openxmlformats.org/drawingml/2006/main">
              <a:ext uri="{FF2B5EF4-FFF2-40B4-BE49-F238E27FC236}">
                <a16:creationId xmlns:a16="http://schemas.microsoft.com/office/drawing/2014/main" id="{BB034F17-8674-4A94-A654-1D9CE3B14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0854" y="2468626"/>
            <a:ext cx="53467" cy="534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B4E9"/>
          </a:solidFill>
          <a:ln xmlns:a="http://schemas.openxmlformats.org/drawingml/2006/main" w="7620" cap="rnd">
            <a:noFill/>
            <a:prstDash val="solid"/>
            <a:round/>
          </a:ln>
        </p:spPr>
      </p:sp>
      <p:sp>
        <p:nvSpPr>
          <p:cNvPr id="174" name="element_0174_polyline">
            <a:extLst xmlns:a="http://schemas.openxmlformats.org/drawingml/2006/main">
              <a:ext uri="{FF2B5EF4-FFF2-40B4-BE49-F238E27FC236}">
                <a16:creationId xmlns:a16="http://schemas.microsoft.com/office/drawing/2014/main" id="{58006AC7-94AE-4A01-861E-5914A024E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9254" y="2627630"/>
            <a:ext cx="150749" cy="10"/>
          </a:xfrm>
          <a:custGeom xmlns:a="http://schemas.openxmlformats.org/drawingml/2006/main">
            <a:pathLst>
              <a:path w="150749" h="10">
                <a:moveTo>
                  <a:pt x="0" y="0"/>
                </a:moveTo>
                <a:lnTo>
                  <a:pt x="150749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 cap="rnd">
            <a:solidFill>
              <a:srgbClr val="0072B2"/>
            </a:solidFill>
            <a:prstDash val="solid"/>
            <a:round/>
          </a:ln>
        </p:spPr>
      </p:sp>
      <p:sp>
        <p:nvSpPr>
          <p:cNvPr id="175" name="element_0175_line">
            <a:extLst xmlns:a="http://schemas.openxmlformats.org/drawingml/2006/main">
              <a:ext uri="{FF2B5EF4-FFF2-40B4-BE49-F238E27FC236}">
                <a16:creationId xmlns:a16="http://schemas.microsoft.com/office/drawing/2014/main" id="{9E187F50-BC55-448C-AB1E-61EEA724C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9254" y="2621026"/>
            <a:ext cx="10" cy="13208"/>
          </a:xfrm>
          <a:custGeom xmlns:a="http://schemas.openxmlformats.org/drawingml/2006/main">
            <a:pathLst>
              <a:path w="10" h="13208">
                <a:moveTo>
                  <a:pt x="0" y="1320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 cap="rnd">
            <a:solidFill>
              <a:srgbClr val="0072B2"/>
            </a:solidFill>
            <a:prstDash val="solid"/>
            <a:round/>
          </a:ln>
        </p:spPr>
      </p:sp>
      <p:sp>
        <p:nvSpPr>
          <p:cNvPr id="176" name="element_0176_line">
            <a:extLst xmlns:a="http://schemas.openxmlformats.org/drawingml/2006/main">
              <a:ext uri="{FF2B5EF4-FFF2-40B4-BE49-F238E27FC236}">
                <a16:creationId xmlns:a16="http://schemas.microsoft.com/office/drawing/2014/main" id="{FC61819F-2FBE-4561-9D7C-69F6A44EA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0003" y="2621026"/>
            <a:ext cx="10" cy="13208"/>
          </a:xfrm>
          <a:custGeom xmlns:a="http://schemas.openxmlformats.org/drawingml/2006/main">
            <a:pathLst>
              <a:path w="10" h="13208">
                <a:moveTo>
                  <a:pt x="0" y="1320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 cap="rnd">
            <a:solidFill>
              <a:srgbClr val="0072B2"/>
            </a:solidFill>
            <a:prstDash val="solid"/>
            <a:round/>
          </a:ln>
        </p:spPr>
      </p:sp>
      <p:sp>
        <p:nvSpPr>
          <p:cNvPr id="177" name="element_0177_polygon">
            <a:extLst xmlns:a="http://schemas.openxmlformats.org/drawingml/2006/main">
              <a:ext uri="{FF2B5EF4-FFF2-40B4-BE49-F238E27FC236}">
                <a16:creationId xmlns:a16="http://schemas.microsoft.com/office/drawing/2014/main" id="{C83E5F6D-8058-40C8-BD4B-5949FD696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0054" y="2602992"/>
            <a:ext cx="49149" cy="49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B4E9"/>
          </a:solidFill>
          <a:ln xmlns:a="http://schemas.openxmlformats.org/drawingml/2006/main" w="7620" cap="rnd">
            <a:noFill/>
            <a:prstDash val="solid"/>
            <a:round/>
          </a:ln>
        </p:spPr>
      </p:sp>
      <p:sp>
        <p:nvSpPr>
          <p:cNvPr id="178" name="element_0178_polyline">
            <a:extLst xmlns:a="http://schemas.openxmlformats.org/drawingml/2006/main">
              <a:ext uri="{FF2B5EF4-FFF2-40B4-BE49-F238E27FC236}">
                <a16:creationId xmlns:a16="http://schemas.microsoft.com/office/drawing/2014/main" id="{0518D088-FBD4-47E5-827B-AA92962CA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8863" y="2697480"/>
            <a:ext cx="604520" cy="10"/>
          </a:xfrm>
          <a:custGeom xmlns:a="http://schemas.openxmlformats.org/drawingml/2006/main">
            <a:pathLst>
              <a:path w="604520" h="10">
                <a:moveTo>
                  <a:pt x="0" y="0"/>
                </a:moveTo>
                <a:lnTo>
                  <a:pt x="6045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715" cap="rnd">
            <a:solidFill>
              <a:srgbClr val="000000"/>
            </a:solidFill>
            <a:prstDash val="solid"/>
            <a:round/>
          </a:ln>
        </p:spPr>
      </p:sp>
      <p:sp>
        <p:nvSpPr>
          <p:cNvPr id="179" name="element_0179_line">
            <a:extLst xmlns:a="http://schemas.openxmlformats.org/drawingml/2006/main">
              <a:ext uri="{FF2B5EF4-FFF2-40B4-BE49-F238E27FC236}">
                <a16:creationId xmlns:a16="http://schemas.microsoft.com/office/drawing/2014/main" id="{CB90973A-2418-493B-A1E7-95BC930DC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4593" y="2649474"/>
            <a:ext cx="10" cy="48006"/>
          </a:xfrm>
          <a:custGeom xmlns:a="http://schemas.openxmlformats.org/drawingml/2006/main">
            <a:pathLst>
              <a:path w="10" h="48006">
                <a:moveTo>
                  <a:pt x="0" y="4800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715" cap="rnd">
            <a:solidFill>
              <a:srgbClr val="000000"/>
            </a:solidFill>
            <a:prstDash val="solid"/>
            <a:round/>
          </a:ln>
        </p:spPr>
      </p:sp>
      <p:sp>
        <p:nvSpPr>
          <p:cNvPr id="180" name="element_0180_line">
            <a:extLst xmlns:a="http://schemas.openxmlformats.org/drawingml/2006/main">
              <a:ext uri="{FF2B5EF4-FFF2-40B4-BE49-F238E27FC236}">
                <a16:creationId xmlns:a16="http://schemas.microsoft.com/office/drawing/2014/main" id="{1D8ECF05-A7A4-4F11-832C-B0557D8AF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0323" y="2649474"/>
            <a:ext cx="10" cy="48006"/>
          </a:xfrm>
          <a:custGeom xmlns:a="http://schemas.openxmlformats.org/drawingml/2006/main">
            <a:pathLst>
              <a:path w="10" h="48006">
                <a:moveTo>
                  <a:pt x="0" y="4800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715" cap="rnd">
            <a:solidFill>
              <a:srgbClr val="000000"/>
            </a:solidFill>
            <a:prstDash val="solid"/>
            <a:round/>
          </a:ln>
        </p:spPr>
      </p:sp>
      <p:sp>
        <p:nvSpPr>
          <p:cNvPr id="181" name="element_0181_line">
            <a:extLst xmlns:a="http://schemas.openxmlformats.org/drawingml/2006/main">
              <a:ext uri="{FF2B5EF4-FFF2-40B4-BE49-F238E27FC236}">
                <a16:creationId xmlns:a16="http://schemas.microsoft.com/office/drawing/2014/main" id="{E6E2B953-8E0A-4092-B9C1-C2A740B40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6053" y="2649474"/>
            <a:ext cx="10" cy="48006"/>
          </a:xfrm>
          <a:custGeom xmlns:a="http://schemas.openxmlformats.org/drawingml/2006/main">
            <a:pathLst>
              <a:path w="10" h="48006">
                <a:moveTo>
                  <a:pt x="0" y="4800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715" cap="rnd">
            <a:solidFill>
              <a:srgbClr val="000000"/>
            </a:solidFill>
            <a:prstDash val="solid"/>
            <a:round/>
          </a:ln>
        </p:spPr>
      </p:sp>
      <p:sp>
        <p:nvSpPr>
          <p:cNvPr id="182" name="element_0182_line">
            <a:extLst xmlns:a="http://schemas.openxmlformats.org/drawingml/2006/main">
              <a:ext uri="{FF2B5EF4-FFF2-40B4-BE49-F238E27FC236}">
                <a16:creationId xmlns:a16="http://schemas.microsoft.com/office/drawing/2014/main" id="{8C5BAB7A-3D7B-489E-9270-7723FBBD4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910" y="2649474"/>
            <a:ext cx="10" cy="48006"/>
          </a:xfrm>
          <a:custGeom xmlns:a="http://schemas.openxmlformats.org/drawingml/2006/main">
            <a:pathLst>
              <a:path w="10" h="48006">
                <a:moveTo>
                  <a:pt x="0" y="4800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715" cap="rnd">
            <a:solidFill>
              <a:srgbClr val="000000"/>
            </a:solidFill>
            <a:prstDash val="solid"/>
            <a:round/>
          </a:ln>
        </p:spPr>
      </p:sp>
      <p:sp>
        <p:nvSpPr>
          <p:cNvPr id="183" name="element_0183_text_0.5">
            <a:extLst xmlns:a="http://schemas.openxmlformats.org/drawingml/2006/main">
              <a:ext uri="{FF2B5EF4-FFF2-40B4-BE49-F238E27FC236}">
                <a16:creationId xmlns:a16="http://schemas.microsoft.com/office/drawing/2014/main" id="{18E37BCC-BD28-4CA4-B0B7-E7802426F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25154" y="2764471"/>
            <a:ext cx="15983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0.5</a:t>
            </a:r>
          </a:p>
        </p:txBody>
      </p:sp>
      <p:sp>
        <p:nvSpPr>
          <p:cNvPr id="184" name="element_0184_text_1">
            <a:extLst xmlns:a="http://schemas.openxmlformats.org/drawingml/2006/main">
              <a:ext uri="{FF2B5EF4-FFF2-40B4-BE49-F238E27FC236}">
                <a16:creationId xmlns:a16="http://schemas.microsoft.com/office/drawing/2014/main" id="{757728B3-A58F-4D78-B483-52F82FB29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98557" y="2764471"/>
            <a:ext cx="64484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85" name="element_0185_text_2">
            <a:extLst xmlns:a="http://schemas.openxmlformats.org/drawingml/2006/main">
              <a:ext uri="{FF2B5EF4-FFF2-40B4-BE49-F238E27FC236}">
                <a16:creationId xmlns:a16="http://schemas.microsoft.com/office/drawing/2014/main" id="{3C4A2BD9-7553-4277-B2CA-BB9FA3746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24287" y="2764471"/>
            <a:ext cx="64484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86" name="element_0186_text_4">
            <a:extLst xmlns:a="http://schemas.openxmlformats.org/drawingml/2006/main">
              <a:ext uri="{FF2B5EF4-FFF2-40B4-BE49-F238E27FC236}">
                <a16:creationId xmlns:a16="http://schemas.microsoft.com/office/drawing/2014/main" id="{2E8162E6-33D1-4A8B-8DDF-D7890AD68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50144" y="2764471"/>
            <a:ext cx="64484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7" name="element_0187_text_Hazard ratio">
            <a:extLst xmlns:a="http://schemas.openxmlformats.org/drawingml/2006/main">
              <a:ext uri="{FF2B5EF4-FFF2-40B4-BE49-F238E27FC236}">
                <a16:creationId xmlns:a16="http://schemas.microsoft.com/office/drawing/2014/main" id="{2ADCC7AA-6CFD-45D5-89A9-34C859A69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53907" y="2878919"/>
            <a:ext cx="553784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8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Hazard ratio</a:t>
            </a:r>
          </a:p>
        </p:txBody>
      </p:sp>
      <p:sp>
        <p:nvSpPr>
          <p:cNvPr id="188" name="element_0188_text_Multivariable Cox regression">
            <a:extLst xmlns:a="http://schemas.openxmlformats.org/drawingml/2006/main">
              <a:ext uri="{FF2B5EF4-FFF2-40B4-BE49-F238E27FC236}">
                <a16:creationId xmlns:a16="http://schemas.microsoft.com/office/drawing/2014/main" id="{5E510E0B-B677-4556-BA3A-D748050A1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9369" y="366177"/>
            <a:ext cx="1978628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14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4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4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Multivariable Cox regression</a:t>
            </a:r>
          </a:p>
        </p:txBody>
      </p:sp>
      <p:sp>
        <p:nvSpPr>
          <p:cNvPr id="189" name="element_0189_text_a">
            <a:extLst xmlns:a="http://schemas.openxmlformats.org/drawingml/2006/main">
              <a:ext uri="{FF2B5EF4-FFF2-40B4-BE49-F238E27FC236}">
                <a16:creationId xmlns:a16="http://schemas.microsoft.com/office/drawing/2014/main" id="{F7E63080-B45F-433D-8A80-F00800A98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908" y="56810"/>
            <a:ext cx="71533" cy="15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0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90" name="element_0190_rect">
            <a:extLst xmlns:a="http://schemas.openxmlformats.org/drawingml/2006/main">
              <a:ext uri="{FF2B5EF4-FFF2-40B4-BE49-F238E27FC236}">
                <a16:creationId xmlns:a16="http://schemas.microsoft.com/office/drawing/2014/main" id="{8BA4F5F2-C4C5-427F-91A4-3134B3CB6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481" y="193548"/>
            <a:ext cx="3721354" cy="2192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049" cap="rnd">
            <a:solidFill>
              <a:srgbClr val="FFFFFF"/>
            </a:solidFill>
            <a:prstDash val="solid"/>
            <a:round/>
          </a:ln>
        </p:spPr>
      </p:sp>
      <p:sp>
        <p:nvSpPr>
          <p:cNvPr id="191" name="element_0191_rect">
            <a:extLst xmlns:a="http://schemas.openxmlformats.org/drawingml/2006/main">
              <a:ext uri="{FF2B5EF4-FFF2-40B4-BE49-F238E27FC236}">
                <a16:creationId xmlns:a16="http://schemas.microsoft.com/office/drawing/2014/main" id="{8A0A49C9-DA27-4AAE-8202-6BEB1FF15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4824" y="582549"/>
            <a:ext cx="3199765" cy="18030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049" cap="rnd">
            <a:noFill/>
            <a:prstDash val="solid"/>
            <a:round/>
          </a:ln>
        </p:spPr>
      </p:sp>
      <p:sp>
        <p:nvSpPr>
          <p:cNvPr id="192" name="element_0192_polyline">
            <a:extLst xmlns:a="http://schemas.openxmlformats.org/drawingml/2006/main">
              <a:ext uri="{FF2B5EF4-FFF2-40B4-BE49-F238E27FC236}">
                <a16:creationId xmlns:a16="http://schemas.microsoft.com/office/drawing/2014/main" id="{EDCF943C-D34F-4BEF-B355-B609F6798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664464"/>
            <a:ext cx="3018536" cy="957453"/>
          </a:xfrm>
          <a:custGeom xmlns:a="http://schemas.openxmlformats.org/drawingml/2006/main">
            <a:pathLst>
              <a:path w="3018536" h="957453">
                <a:moveTo>
                  <a:pt x="0" y="0"/>
                </a:moveTo>
                <a:lnTo>
                  <a:pt x="15621" y="0"/>
                </a:lnTo>
                <a:lnTo>
                  <a:pt x="15621" y="4953"/>
                </a:lnTo>
                <a:lnTo>
                  <a:pt x="57277" y="4953"/>
                </a:lnTo>
                <a:lnTo>
                  <a:pt x="57277" y="10033"/>
                </a:lnTo>
                <a:lnTo>
                  <a:pt x="59817" y="10033"/>
                </a:lnTo>
                <a:lnTo>
                  <a:pt x="59817" y="14986"/>
                </a:lnTo>
                <a:lnTo>
                  <a:pt x="66929" y="14986"/>
                </a:lnTo>
                <a:lnTo>
                  <a:pt x="66929" y="20066"/>
                </a:lnTo>
                <a:lnTo>
                  <a:pt x="111633" y="20066"/>
                </a:lnTo>
                <a:lnTo>
                  <a:pt x="111633" y="25019"/>
                </a:lnTo>
                <a:lnTo>
                  <a:pt x="143891" y="25019"/>
                </a:lnTo>
                <a:lnTo>
                  <a:pt x="143891" y="29972"/>
                </a:lnTo>
                <a:lnTo>
                  <a:pt x="161417" y="29972"/>
                </a:lnTo>
                <a:lnTo>
                  <a:pt x="161417" y="35052"/>
                </a:lnTo>
                <a:lnTo>
                  <a:pt x="162941" y="35052"/>
                </a:lnTo>
                <a:lnTo>
                  <a:pt x="162941" y="40005"/>
                </a:lnTo>
                <a:lnTo>
                  <a:pt x="169545" y="40005"/>
                </a:lnTo>
                <a:lnTo>
                  <a:pt x="169545" y="44958"/>
                </a:lnTo>
                <a:lnTo>
                  <a:pt x="236982" y="44958"/>
                </a:lnTo>
                <a:lnTo>
                  <a:pt x="236982" y="50038"/>
                </a:lnTo>
                <a:lnTo>
                  <a:pt x="241935" y="50038"/>
                </a:lnTo>
                <a:lnTo>
                  <a:pt x="241935" y="54991"/>
                </a:lnTo>
                <a:lnTo>
                  <a:pt x="256032" y="54991"/>
                </a:lnTo>
                <a:lnTo>
                  <a:pt x="256032" y="59944"/>
                </a:lnTo>
                <a:lnTo>
                  <a:pt x="277241" y="59944"/>
                </a:lnTo>
                <a:lnTo>
                  <a:pt x="277241" y="65024"/>
                </a:lnTo>
                <a:lnTo>
                  <a:pt x="282702" y="65024"/>
                </a:lnTo>
                <a:lnTo>
                  <a:pt x="282702" y="69977"/>
                </a:lnTo>
                <a:lnTo>
                  <a:pt x="296799" y="69977"/>
                </a:lnTo>
                <a:lnTo>
                  <a:pt x="296799" y="74930"/>
                </a:lnTo>
                <a:lnTo>
                  <a:pt x="300863" y="74930"/>
                </a:lnTo>
                <a:lnTo>
                  <a:pt x="300863" y="80010"/>
                </a:lnTo>
                <a:lnTo>
                  <a:pt x="321945" y="80010"/>
                </a:lnTo>
                <a:lnTo>
                  <a:pt x="321945" y="84963"/>
                </a:lnTo>
                <a:lnTo>
                  <a:pt x="365252" y="84963"/>
                </a:lnTo>
                <a:lnTo>
                  <a:pt x="365252" y="89916"/>
                </a:lnTo>
                <a:lnTo>
                  <a:pt x="370713" y="89916"/>
                </a:lnTo>
                <a:lnTo>
                  <a:pt x="370713" y="94996"/>
                </a:lnTo>
                <a:lnTo>
                  <a:pt x="373253" y="94996"/>
                </a:lnTo>
                <a:lnTo>
                  <a:pt x="373253" y="99949"/>
                </a:lnTo>
                <a:lnTo>
                  <a:pt x="385318" y="99949"/>
                </a:lnTo>
                <a:lnTo>
                  <a:pt x="385318" y="104902"/>
                </a:lnTo>
                <a:lnTo>
                  <a:pt x="390398" y="104902"/>
                </a:lnTo>
                <a:lnTo>
                  <a:pt x="390398" y="109982"/>
                </a:lnTo>
                <a:lnTo>
                  <a:pt x="407543" y="109982"/>
                </a:lnTo>
                <a:lnTo>
                  <a:pt x="407543" y="114935"/>
                </a:lnTo>
                <a:lnTo>
                  <a:pt x="423037" y="114935"/>
                </a:lnTo>
                <a:lnTo>
                  <a:pt x="423037" y="120015"/>
                </a:lnTo>
                <a:lnTo>
                  <a:pt x="428117" y="120015"/>
                </a:lnTo>
                <a:lnTo>
                  <a:pt x="428117" y="124968"/>
                </a:lnTo>
                <a:lnTo>
                  <a:pt x="429641" y="124968"/>
                </a:lnTo>
                <a:lnTo>
                  <a:pt x="429641" y="129921"/>
                </a:lnTo>
                <a:lnTo>
                  <a:pt x="452755" y="129921"/>
                </a:lnTo>
                <a:lnTo>
                  <a:pt x="452755" y="135001"/>
                </a:lnTo>
                <a:lnTo>
                  <a:pt x="454787" y="135001"/>
                </a:lnTo>
                <a:lnTo>
                  <a:pt x="454787" y="139954"/>
                </a:lnTo>
                <a:lnTo>
                  <a:pt x="456819" y="139954"/>
                </a:lnTo>
                <a:lnTo>
                  <a:pt x="456819" y="144907"/>
                </a:lnTo>
                <a:lnTo>
                  <a:pt x="457835" y="144907"/>
                </a:lnTo>
                <a:lnTo>
                  <a:pt x="457835" y="149987"/>
                </a:lnTo>
                <a:lnTo>
                  <a:pt x="497078" y="149987"/>
                </a:lnTo>
                <a:lnTo>
                  <a:pt x="497078" y="154940"/>
                </a:lnTo>
                <a:lnTo>
                  <a:pt x="498094" y="154940"/>
                </a:lnTo>
                <a:lnTo>
                  <a:pt x="498094" y="159893"/>
                </a:lnTo>
                <a:lnTo>
                  <a:pt x="514604" y="159893"/>
                </a:lnTo>
                <a:lnTo>
                  <a:pt x="514604" y="164973"/>
                </a:lnTo>
                <a:lnTo>
                  <a:pt x="526669" y="164973"/>
                </a:lnTo>
                <a:lnTo>
                  <a:pt x="526669" y="169926"/>
                </a:lnTo>
                <a:lnTo>
                  <a:pt x="550418" y="169926"/>
                </a:lnTo>
                <a:lnTo>
                  <a:pt x="550418" y="174879"/>
                </a:lnTo>
                <a:lnTo>
                  <a:pt x="590169" y="174879"/>
                </a:lnTo>
                <a:lnTo>
                  <a:pt x="590169" y="179959"/>
                </a:lnTo>
                <a:lnTo>
                  <a:pt x="591185" y="179959"/>
                </a:lnTo>
                <a:lnTo>
                  <a:pt x="591185" y="184912"/>
                </a:lnTo>
                <a:lnTo>
                  <a:pt x="600710" y="184912"/>
                </a:lnTo>
                <a:lnTo>
                  <a:pt x="600710" y="189865"/>
                </a:lnTo>
                <a:lnTo>
                  <a:pt x="603250" y="189865"/>
                </a:lnTo>
                <a:lnTo>
                  <a:pt x="603250" y="194945"/>
                </a:lnTo>
                <a:lnTo>
                  <a:pt x="614299" y="194945"/>
                </a:lnTo>
                <a:lnTo>
                  <a:pt x="614299" y="199898"/>
                </a:lnTo>
                <a:lnTo>
                  <a:pt x="616839" y="199898"/>
                </a:lnTo>
                <a:lnTo>
                  <a:pt x="616839" y="204851"/>
                </a:lnTo>
                <a:lnTo>
                  <a:pt x="626364" y="204851"/>
                </a:lnTo>
                <a:lnTo>
                  <a:pt x="626364" y="209931"/>
                </a:lnTo>
                <a:lnTo>
                  <a:pt x="690245" y="209931"/>
                </a:lnTo>
                <a:lnTo>
                  <a:pt x="690245" y="214884"/>
                </a:lnTo>
                <a:lnTo>
                  <a:pt x="690753" y="214884"/>
                </a:lnTo>
                <a:lnTo>
                  <a:pt x="690753" y="219964"/>
                </a:lnTo>
                <a:lnTo>
                  <a:pt x="722376" y="219964"/>
                </a:lnTo>
                <a:lnTo>
                  <a:pt x="722376" y="224917"/>
                </a:lnTo>
                <a:lnTo>
                  <a:pt x="740537" y="224917"/>
                </a:lnTo>
                <a:lnTo>
                  <a:pt x="740537" y="229870"/>
                </a:lnTo>
                <a:lnTo>
                  <a:pt x="758698" y="229870"/>
                </a:lnTo>
                <a:lnTo>
                  <a:pt x="758698" y="234950"/>
                </a:lnTo>
                <a:lnTo>
                  <a:pt x="775716" y="234950"/>
                </a:lnTo>
                <a:lnTo>
                  <a:pt x="775716" y="239903"/>
                </a:lnTo>
                <a:lnTo>
                  <a:pt x="777240" y="239903"/>
                </a:lnTo>
                <a:lnTo>
                  <a:pt x="777240" y="244856"/>
                </a:lnTo>
                <a:lnTo>
                  <a:pt x="777748" y="244856"/>
                </a:lnTo>
                <a:lnTo>
                  <a:pt x="777748" y="249936"/>
                </a:lnTo>
                <a:lnTo>
                  <a:pt x="787273" y="249936"/>
                </a:lnTo>
                <a:lnTo>
                  <a:pt x="787273" y="254889"/>
                </a:lnTo>
                <a:lnTo>
                  <a:pt x="800354" y="254889"/>
                </a:lnTo>
                <a:lnTo>
                  <a:pt x="800354" y="259842"/>
                </a:lnTo>
                <a:lnTo>
                  <a:pt x="804926" y="259842"/>
                </a:lnTo>
                <a:lnTo>
                  <a:pt x="804926" y="264922"/>
                </a:lnTo>
                <a:lnTo>
                  <a:pt x="824611" y="264922"/>
                </a:lnTo>
                <a:lnTo>
                  <a:pt x="824611" y="269875"/>
                </a:lnTo>
                <a:lnTo>
                  <a:pt x="825627" y="269875"/>
                </a:lnTo>
                <a:lnTo>
                  <a:pt x="825627" y="274828"/>
                </a:lnTo>
                <a:lnTo>
                  <a:pt x="829056" y="274828"/>
                </a:lnTo>
                <a:lnTo>
                  <a:pt x="829056" y="279908"/>
                </a:lnTo>
                <a:lnTo>
                  <a:pt x="836676" y="279908"/>
                </a:lnTo>
                <a:lnTo>
                  <a:pt x="836676" y="284861"/>
                </a:lnTo>
                <a:lnTo>
                  <a:pt x="892937" y="284861"/>
                </a:lnTo>
                <a:lnTo>
                  <a:pt x="892937" y="289814"/>
                </a:lnTo>
                <a:lnTo>
                  <a:pt x="894461" y="289814"/>
                </a:lnTo>
                <a:lnTo>
                  <a:pt x="894461" y="294894"/>
                </a:lnTo>
                <a:lnTo>
                  <a:pt x="913638" y="294894"/>
                </a:lnTo>
                <a:lnTo>
                  <a:pt x="913638" y="299847"/>
                </a:lnTo>
                <a:lnTo>
                  <a:pt x="926211" y="299847"/>
                </a:lnTo>
                <a:lnTo>
                  <a:pt x="926211" y="299847"/>
                </a:lnTo>
                <a:lnTo>
                  <a:pt x="932180" y="299847"/>
                </a:lnTo>
                <a:lnTo>
                  <a:pt x="932180" y="299847"/>
                </a:lnTo>
                <a:lnTo>
                  <a:pt x="937260" y="299847"/>
                </a:lnTo>
                <a:lnTo>
                  <a:pt x="937260" y="299847"/>
                </a:lnTo>
                <a:lnTo>
                  <a:pt x="946785" y="299847"/>
                </a:lnTo>
                <a:lnTo>
                  <a:pt x="946785" y="299847"/>
                </a:lnTo>
                <a:lnTo>
                  <a:pt x="960882" y="299847"/>
                </a:lnTo>
                <a:lnTo>
                  <a:pt x="960882" y="299847"/>
                </a:lnTo>
                <a:lnTo>
                  <a:pt x="962406" y="299847"/>
                </a:lnTo>
                <a:lnTo>
                  <a:pt x="962406" y="299847"/>
                </a:lnTo>
                <a:lnTo>
                  <a:pt x="970407" y="299847"/>
                </a:lnTo>
                <a:lnTo>
                  <a:pt x="970407" y="304927"/>
                </a:lnTo>
                <a:lnTo>
                  <a:pt x="979551" y="304927"/>
                </a:lnTo>
                <a:lnTo>
                  <a:pt x="979551" y="310134"/>
                </a:lnTo>
                <a:lnTo>
                  <a:pt x="983488" y="310134"/>
                </a:lnTo>
                <a:lnTo>
                  <a:pt x="983488" y="310134"/>
                </a:lnTo>
                <a:lnTo>
                  <a:pt x="996061" y="310134"/>
                </a:lnTo>
                <a:lnTo>
                  <a:pt x="996061" y="310134"/>
                </a:lnTo>
                <a:lnTo>
                  <a:pt x="1000125" y="310134"/>
                </a:lnTo>
                <a:lnTo>
                  <a:pt x="1000125" y="310134"/>
                </a:lnTo>
                <a:lnTo>
                  <a:pt x="1001141" y="310134"/>
                </a:lnTo>
                <a:lnTo>
                  <a:pt x="1001141" y="310134"/>
                </a:lnTo>
                <a:lnTo>
                  <a:pt x="1014222" y="310134"/>
                </a:lnTo>
                <a:lnTo>
                  <a:pt x="1014222" y="310134"/>
                </a:lnTo>
                <a:lnTo>
                  <a:pt x="1015746" y="310134"/>
                </a:lnTo>
                <a:lnTo>
                  <a:pt x="1015746" y="310134"/>
                </a:lnTo>
                <a:lnTo>
                  <a:pt x="1018794" y="310134"/>
                </a:lnTo>
                <a:lnTo>
                  <a:pt x="1018794" y="310134"/>
                </a:lnTo>
                <a:lnTo>
                  <a:pt x="1021334" y="310134"/>
                </a:lnTo>
                <a:lnTo>
                  <a:pt x="1021334" y="315341"/>
                </a:lnTo>
                <a:lnTo>
                  <a:pt x="1024255" y="315341"/>
                </a:lnTo>
                <a:lnTo>
                  <a:pt x="1024255" y="320548"/>
                </a:lnTo>
                <a:lnTo>
                  <a:pt x="1035812" y="320548"/>
                </a:lnTo>
                <a:lnTo>
                  <a:pt x="1035812" y="320548"/>
                </a:lnTo>
                <a:lnTo>
                  <a:pt x="1041908" y="320548"/>
                </a:lnTo>
                <a:lnTo>
                  <a:pt x="1041908" y="320548"/>
                </a:lnTo>
                <a:lnTo>
                  <a:pt x="1044448" y="320548"/>
                </a:lnTo>
                <a:lnTo>
                  <a:pt x="1044448" y="320548"/>
                </a:lnTo>
                <a:lnTo>
                  <a:pt x="1045464" y="320548"/>
                </a:lnTo>
                <a:lnTo>
                  <a:pt x="1045464" y="320548"/>
                </a:lnTo>
                <a:lnTo>
                  <a:pt x="1048893" y="320548"/>
                </a:lnTo>
                <a:lnTo>
                  <a:pt x="1048893" y="320548"/>
                </a:lnTo>
                <a:lnTo>
                  <a:pt x="1052957" y="320548"/>
                </a:lnTo>
                <a:lnTo>
                  <a:pt x="1052957" y="326009"/>
                </a:lnTo>
                <a:lnTo>
                  <a:pt x="1056005" y="326009"/>
                </a:lnTo>
                <a:lnTo>
                  <a:pt x="1056005" y="331343"/>
                </a:lnTo>
                <a:lnTo>
                  <a:pt x="1058545" y="331343"/>
                </a:lnTo>
                <a:lnTo>
                  <a:pt x="1058545" y="336677"/>
                </a:lnTo>
                <a:lnTo>
                  <a:pt x="1064514" y="336677"/>
                </a:lnTo>
                <a:lnTo>
                  <a:pt x="1064514" y="342011"/>
                </a:lnTo>
                <a:lnTo>
                  <a:pt x="1074039" y="342011"/>
                </a:lnTo>
                <a:lnTo>
                  <a:pt x="1074039" y="347345"/>
                </a:lnTo>
                <a:lnTo>
                  <a:pt x="1082167" y="347345"/>
                </a:lnTo>
                <a:lnTo>
                  <a:pt x="1082167" y="347345"/>
                </a:lnTo>
                <a:lnTo>
                  <a:pt x="1084199" y="347345"/>
                </a:lnTo>
                <a:lnTo>
                  <a:pt x="1084199" y="352806"/>
                </a:lnTo>
                <a:lnTo>
                  <a:pt x="1092200" y="352806"/>
                </a:lnTo>
                <a:lnTo>
                  <a:pt x="1092200" y="352806"/>
                </a:lnTo>
                <a:lnTo>
                  <a:pt x="1097788" y="352806"/>
                </a:lnTo>
                <a:lnTo>
                  <a:pt x="1097788" y="358140"/>
                </a:lnTo>
                <a:lnTo>
                  <a:pt x="1100709" y="358140"/>
                </a:lnTo>
                <a:lnTo>
                  <a:pt x="1100709" y="358140"/>
                </a:lnTo>
                <a:lnTo>
                  <a:pt x="1116330" y="358140"/>
                </a:lnTo>
                <a:lnTo>
                  <a:pt x="1116330" y="358140"/>
                </a:lnTo>
                <a:lnTo>
                  <a:pt x="1119378" y="358140"/>
                </a:lnTo>
                <a:lnTo>
                  <a:pt x="1119378" y="358140"/>
                </a:lnTo>
                <a:lnTo>
                  <a:pt x="1125855" y="358140"/>
                </a:lnTo>
                <a:lnTo>
                  <a:pt x="1125855" y="358140"/>
                </a:lnTo>
                <a:lnTo>
                  <a:pt x="1136523" y="358140"/>
                </a:lnTo>
                <a:lnTo>
                  <a:pt x="1136523" y="363728"/>
                </a:lnTo>
                <a:lnTo>
                  <a:pt x="1140968" y="363728"/>
                </a:lnTo>
                <a:lnTo>
                  <a:pt x="1140968" y="369189"/>
                </a:lnTo>
                <a:lnTo>
                  <a:pt x="1141476" y="369189"/>
                </a:lnTo>
                <a:lnTo>
                  <a:pt x="1141476" y="374650"/>
                </a:lnTo>
                <a:lnTo>
                  <a:pt x="1148080" y="374650"/>
                </a:lnTo>
                <a:lnTo>
                  <a:pt x="1148080" y="380111"/>
                </a:lnTo>
                <a:lnTo>
                  <a:pt x="1151636" y="380111"/>
                </a:lnTo>
                <a:lnTo>
                  <a:pt x="1151636" y="385699"/>
                </a:lnTo>
                <a:lnTo>
                  <a:pt x="1164717" y="385699"/>
                </a:lnTo>
                <a:lnTo>
                  <a:pt x="1164717" y="385699"/>
                </a:lnTo>
                <a:lnTo>
                  <a:pt x="1166114" y="385699"/>
                </a:lnTo>
                <a:lnTo>
                  <a:pt x="1166114" y="391160"/>
                </a:lnTo>
                <a:lnTo>
                  <a:pt x="1167638" y="391160"/>
                </a:lnTo>
                <a:lnTo>
                  <a:pt x="1167638" y="391160"/>
                </a:lnTo>
                <a:lnTo>
                  <a:pt x="1175258" y="391160"/>
                </a:lnTo>
                <a:lnTo>
                  <a:pt x="1175258" y="391160"/>
                </a:lnTo>
                <a:lnTo>
                  <a:pt x="1178179" y="391160"/>
                </a:lnTo>
                <a:lnTo>
                  <a:pt x="1178179" y="391160"/>
                </a:lnTo>
                <a:lnTo>
                  <a:pt x="1183259" y="391160"/>
                </a:lnTo>
                <a:lnTo>
                  <a:pt x="1183259" y="391160"/>
                </a:lnTo>
                <a:lnTo>
                  <a:pt x="1192276" y="391160"/>
                </a:lnTo>
                <a:lnTo>
                  <a:pt x="1192276" y="396875"/>
                </a:lnTo>
                <a:lnTo>
                  <a:pt x="1200404" y="396875"/>
                </a:lnTo>
                <a:lnTo>
                  <a:pt x="1200404" y="396875"/>
                </a:lnTo>
                <a:lnTo>
                  <a:pt x="1204341" y="396875"/>
                </a:lnTo>
                <a:lnTo>
                  <a:pt x="1204341" y="402590"/>
                </a:lnTo>
                <a:lnTo>
                  <a:pt x="1221486" y="402590"/>
                </a:lnTo>
                <a:lnTo>
                  <a:pt x="1221486" y="402590"/>
                </a:lnTo>
                <a:lnTo>
                  <a:pt x="1225042" y="402590"/>
                </a:lnTo>
                <a:lnTo>
                  <a:pt x="1225042" y="408178"/>
                </a:lnTo>
                <a:lnTo>
                  <a:pt x="1226566" y="408178"/>
                </a:lnTo>
                <a:lnTo>
                  <a:pt x="1226566" y="413893"/>
                </a:lnTo>
                <a:lnTo>
                  <a:pt x="1229995" y="413893"/>
                </a:lnTo>
                <a:lnTo>
                  <a:pt x="1229995" y="413893"/>
                </a:lnTo>
                <a:lnTo>
                  <a:pt x="1231519" y="413893"/>
                </a:lnTo>
                <a:lnTo>
                  <a:pt x="1231519" y="413893"/>
                </a:lnTo>
                <a:lnTo>
                  <a:pt x="1237107" y="413893"/>
                </a:lnTo>
                <a:lnTo>
                  <a:pt x="1237107" y="413893"/>
                </a:lnTo>
                <a:lnTo>
                  <a:pt x="1240663" y="413893"/>
                </a:lnTo>
                <a:lnTo>
                  <a:pt x="1240663" y="419735"/>
                </a:lnTo>
                <a:lnTo>
                  <a:pt x="1245108" y="419735"/>
                </a:lnTo>
                <a:lnTo>
                  <a:pt x="1245108" y="425450"/>
                </a:lnTo>
                <a:lnTo>
                  <a:pt x="1249680" y="425450"/>
                </a:lnTo>
                <a:lnTo>
                  <a:pt x="1249680" y="425450"/>
                </a:lnTo>
                <a:lnTo>
                  <a:pt x="1257173" y="425450"/>
                </a:lnTo>
                <a:lnTo>
                  <a:pt x="1257173" y="431292"/>
                </a:lnTo>
                <a:lnTo>
                  <a:pt x="1259713" y="431292"/>
                </a:lnTo>
                <a:lnTo>
                  <a:pt x="1259713" y="431292"/>
                </a:lnTo>
                <a:lnTo>
                  <a:pt x="1265809" y="431292"/>
                </a:lnTo>
                <a:lnTo>
                  <a:pt x="1265809" y="437134"/>
                </a:lnTo>
                <a:lnTo>
                  <a:pt x="1275842" y="437134"/>
                </a:lnTo>
                <a:lnTo>
                  <a:pt x="1275842" y="442976"/>
                </a:lnTo>
                <a:lnTo>
                  <a:pt x="1291971" y="442976"/>
                </a:lnTo>
                <a:lnTo>
                  <a:pt x="1291971" y="442976"/>
                </a:lnTo>
                <a:lnTo>
                  <a:pt x="1303020" y="442976"/>
                </a:lnTo>
                <a:lnTo>
                  <a:pt x="1303020" y="448818"/>
                </a:lnTo>
                <a:lnTo>
                  <a:pt x="1303528" y="448818"/>
                </a:lnTo>
                <a:lnTo>
                  <a:pt x="1303528" y="454660"/>
                </a:lnTo>
                <a:lnTo>
                  <a:pt x="1308989" y="454660"/>
                </a:lnTo>
                <a:lnTo>
                  <a:pt x="1308989" y="454660"/>
                </a:lnTo>
                <a:lnTo>
                  <a:pt x="1312545" y="454660"/>
                </a:lnTo>
                <a:lnTo>
                  <a:pt x="1312545" y="454660"/>
                </a:lnTo>
                <a:lnTo>
                  <a:pt x="1314069" y="454660"/>
                </a:lnTo>
                <a:lnTo>
                  <a:pt x="1314069" y="454660"/>
                </a:lnTo>
                <a:lnTo>
                  <a:pt x="1316609" y="454660"/>
                </a:lnTo>
                <a:lnTo>
                  <a:pt x="1316609" y="460629"/>
                </a:lnTo>
                <a:lnTo>
                  <a:pt x="1328166" y="460629"/>
                </a:lnTo>
                <a:lnTo>
                  <a:pt x="1328166" y="460629"/>
                </a:lnTo>
                <a:lnTo>
                  <a:pt x="1331214" y="460629"/>
                </a:lnTo>
                <a:lnTo>
                  <a:pt x="1331214" y="466598"/>
                </a:lnTo>
                <a:lnTo>
                  <a:pt x="1339723" y="466598"/>
                </a:lnTo>
                <a:lnTo>
                  <a:pt x="1339723" y="466598"/>
                </a:lnTo>
                <a:lnTo>
                  <a:pt x="1343787" y="466598"/>
                </a:lnTo>
                <a:lnTo>
                  <a:pt x="1343787" y="472694"/>
                </a:lnTo>
                <a:lnTo>
                  <a:pt x="1345311" y="472694"/>
                </a:lnTo>
                <a:lnTo>
                  <a:pt x="1345311" y="472694"/>
                </a:lnTo>
                <a:lnTo>
                  <a:pt x="1348232" y="472694"/>
                </a:lnTo>
                <a:lnTo>
                  <a:pt x="1348232" y="472694"/>
                </a:lnTo>
                <a:lnTo>
                  <a:pt x="1348740" y="472694"/>
                </a:lnTo>
                <a:lnTo>
                  <a:pt x="1348740" y="478663"/>
                </a:lnTo>
                <a:lnTo>
                  <a:pt x="1375918" y="478663"/>
                </a:lnTo>
                <a:lnTo>
                  <a:pt x="1375918" y="484759"/>
                </a:lnTo>
                <a:lnTo>
                  <a:pt x="1379982" y="484759"/>
                </a:lnTo>
                <a:lnTo>
                  <a:pt x="1379982" y="484759"/>
                </a:lnTo>
                <a:lnTo>
                  <a:pt x="1384046" y="484759"/>
                </a:lnTo>
                <a:lnTo>
                  <a:pt x="1384046" y="484759"/>
                </a:lnTo>
                <a:lnTo>
                  <a:pt x="1392555" y="484759"/>
                </a:lnTo>
                <a:lnTo>
                  <a:pt x="1392555" y="484759"/>
                </a:lnTo>
                <a:lnTo>
                  <a:pt x="1405636" y="484759"/>
                </a:lnTo>
                <a:lnTo>
                  <a:pt x="1405636" y="490982"/>
                </a:lnTo>
                <a:lnTo>
                  <a:pt x="1406652" y="490982"/>
                </a:lnTo>
                <a:lnTo>
                  <a:pt x="1406652" y="497205"/>
                </a:lnTo>
                <a:lnTo>
                  <a:pt x="1408176" y="497205"/>
                </a:lnTo>
                <a:lnTo>
                  <a:pt x="1408176" y="503428"/>
                </a:lnTo>
                <a:lnTo>
                  <a:pt x="1411224" y="503428"/>
                </a:lnTo>
                <a:lnTo>
                  <a:pt x="1411224" y="509651"/>
                </a:lnTo>
                <a:lnTo>
                  <a:pt x="1420241" y="509651"/>
                </a:lnTo>
                <a:lnTo>
                  <a:pt x="1420241" y="509651"/>
                </a:lnTo>
                <a:lnTo>
                  <a:pt x="1422781" y="509651"/>
                </a:lnTo>
                <a:lnTo>
                  <a:pt x="1422781" y="515874"/>
                </a:lnTo>
                <a:lnTo>
                  <a:pt x="1424813" y="515874"/>
                </a:lnTo>
                <a:lnTo>
                  <a:pt x="1424813" y="515874"/>
                </a:lnTo>
                <a:lnTo>
                  <a:pt x="1443355" y="515874"/>
                </a:lnTo>
                <a:lnTo>
                  <a:pt x="1443355" y="522097"/>
                </a:lnTo>
                <a:lnTo>
                  <a:pt x="1447419" y="522097"/>
                </a:lnTo>
                <a:lnTo>
                  <a:pt x="1447419" y="528447"/>
                </a:lnTo>
                <a:lnTo>
                  <a:pt x="1458976" y="528447"/>
                </a:lnTo>
                <a:lnTo>
                  <a:pt x="1458976" y="528447"/>
                </a:lnTo>
                <a:lnTo>
                  <a:pt x="1461008" y="528447"/>
                </a:lnTo>
                <a:lnTo>
                  <a:pt x="1461008" y="528447"/>
                </a:lnTo>
                <a:lnTo>
                  <a:pt x="1462024" y="528447"/>
                </a:lnTo>
                <a:lnTo>
                  <a:pt x="1462024" y="534797"/>
                </a:lnTo>
                <a:lnTo>
                  <a:pt x="1507744" y="534797"/>
                </a:lnTo>
                <a:lnTo>
                  <a:pt x="1507744" y="541147"/>
                </a:lnTo>
                <a:lnTo>
                  <a:pt x="1521333" y="541147"/>
                </a:lnTo>
                <a:lnTo>
                  <a:pt x="1521333" y="547497"/>
                </a:lnTo>
                <a:lnTo>
                  <a:pt x="1530858" y="547497"/>
                </a:lnTo>
                <a:lnTo>
                  <a:pt x="1530858" y="547497"/>
                </a:lnTo>
                <a:lnTo>
                  <a:pt x="1534922" y="547497"/>
                </a:lnTo>
                <a:lnTo>
                  <a:pt x="1534922" y="553847"/>
                </a:lnTo>
                <a:lnTo>
                  <a:pt x="1539494" y="553847"/>
                </a:lnTo>
                <a:lnTo>
                  <a:pt x="1539494" y="553847"/>
                </a:lnTo>
                <a:lnTo>
                  <a:pt x="1540002" y="553847"/>
                </a:lnTo>
                <a:lnTo>
                  <a:pt x="1540002" y="560197"/>
                </a:lnTo>
                <a:lnTo>
                  <a:pt x="1545463" y="560197"/>
                </a:lnTo>
                <a:lnTo>
                  <a:pt x="1545463" y="560197"/>
                </a:lnTo>
                <a:lnTo>
                  <a:pt x="1546479" y="560197"/>
                </a:lnTo>
                <a:lnTo>
                  <a:pt x="1546479" y="560197"/>
                </a:lnTo>
                <a:lnTo>
                  <a:pt x="1557020" y="560197"/>
                </a:lnTo>
                <a:lnTo>
                  <a:pt x="1557020" y="566801"/>
                </a:lnTo>
                <a:lnTo>
                  <a:pt x="1560576" y="566801"/>
                </a:lnTo>
                <a:lnTo>
                  <a:pt x="1560576" y="573278"/>
                </a:lnTo>
                <a:lnTo>
                  <a:pt x="1565656" y="573278"/>
                </a:lnTo>
                <a:lnTo>
                  <a:pt x="1565656" y="579755"/>
                </a:lnTo>
                <a:lnTo>
                  <a:pt x="1575689" y="579755"/>
                </a:lnTo>
                <a:lnTo>
                  <a:pt x="1575689" y="579755"/>
                </a:lnTo>
                <a:lnTo>
                  <a:pt x="1585214" y="579755"/>
                </a:lnTo>
                <a:lnTo>
                  <a:pt x="1585214" y="586359"/>
                </a:lnTo>
                <a:lnTo>
                  <a:pt x="1604899" y="586359"/>
                </a:lnTo>
                <a:lnTo>
                  <a:pt x="1604899" y="586359"/>
                </a:lnTo>
                <a:lnTo>
                  <a:pt x="1609852" y="586359"/>
                </a:lnTo>
                <a:lnTo>
                  <a:pt x="1609852" y="586359"/>
                </a:lnTo>
                <a:lnTo>
                  <a:pt x="1612900" y="586359"/>
                </a:lnTo>
                <a:lnTo>
                  <a:pt x="1612900" y="592963"/>
                </a:lnTo>
                <a:lnTo>
                  <a:pt x="1625981" y="592963"/>
                </a:lnTo>
                <a:lnTo>
                  <a:pt x="1625981" y="599567"/>
                </a:lnTo>
                <a:lnTo>
                  <a:pt x="1628013" y="599567"/>
                </a:lnTo>
                <a:lnTo>
                  <a:pt x="1628013" y="612775"/>
                </a:lnTo>
                <a:lnTo>
                  <a:pt x="1631569" y="612775"/>
                </a:lnTo>
                <a:lnTo>
                  <a:pt x="1631569" y="612775"/>
                </a:lnTo>
                <a:lnTo>
                  <a:pt x="1648587" y="612775"/>
                </a:lnTo>
                <a:lnTo>
                  <a:pt x="1648587" y="612775"/>
                </a:lnTo>
                <a:lnTo>
                  <a:pt x="1650111" y="612775"/>
                </a:lnTo>
                <a:lnTo>
                  <a:pt x="1650111" y="612775"/>
                </a:lnTo>
                <a:lnTo>
                  <a:pt x="1663700" y="612775"/>
                </a:lnTo>
                <a:lnTo>
                  <a:pt x="1663700" y="619506"/>
                </a:lnTo>
                <a:lnTo>
                  <a:pt x="1681861" y="619506"/>
                </a:lnTo>
                <a:lnTo>
                  <a:pt x="1681861" y="619506"/>
                </a:lnTo>
                <a:lnTo>
                  <a:pt x="1687322" y="619506"/>
                </a:lnTo>
                <a:lnTo>
                  <a:pt x="1687322" y="619506"/>
                </a:lnTo>
                <a:lnTo>
                  <a:pt x="1696974" y="619506"/>
                </a:lnTo>
                <a:lnTo>
                  <a:pt x="1696974" y="619506"/>
                </a:lnTo>
                <a:lnTo>
                  <a:pt x="1699387" y="619506"/>
                </a:lnTo>
                <a:lnTo>
                  <a:pt x="1699387" y="626364"/>
                </a:lnTo>
                <a:lnTo>
                  <a:pt x="1702943" y="626364"/>
                </a:lnTo>
                <a:lnTo>
                  <a:pt x="1702943" y="626364"/>
                </a:lnTo>
                <a:lnTo>
                  <a:pt x="1712468" y="626364"/>
                </a:lnTo>
                <a:lnTo>
                  <a:pt x="1712468" y="626364"/>
                </a:lnTo>
                <a:lnTo>
                  <a:pt x="1713992" y="626364"/>
                </a:lnTo>
                <a:lnTo>
                  <a:pt x="1713992" y="633349"/>
                </a:lnTo>
                <a:lnTo>
                  <a:pt x="1722120" y="633349"/>
                </a:lnTo>
                <a:lnTo>
                  <a:pt x="1722120" y="633349"/>
                </a:lnTo>
                <a:lnTo>
                  <a:pt x="1725549" y="633349"/>
                </a:lnTo>
                <a:lnTo>
                  <a:pt x="1725549" y="640461"/>
                </a:lnTo>
                <a:lnTo>
                  <a:pt x="1726057" y="640461"/>
                </a:lnTo>
                <a:lnTo>
                  <a:pt x="1726057" y="640461"/>
                </a:lnTo>
                <a:lnTo>
                  <a:pt x="1727581" y="640461"/>
                </a:lnTo>
                <a:lnTo>
                  <a:pt x="1727581" y="647573"/>
                </a:lnTo>
                <a:lnTo>
                  <a:pt x="1732661" y="647573"/>
                </a:lnTo>
                <a:lnTo>
                  <a:pt x="1732661" y="654558"/>
                </a:lnTo>
                <a:lnTo>
                  <a:pt x="1739646" y="654558"/>
                </a:lnTo>
                <a:lnTo>
                  <a:pt x="1739646" y="654558"/>
                </a:lnTo>
                <a:lnTo>
                  <a:pt x="1745742" y="654558"/>
                </a:lnTo>
                <a:lnTo>
                  <a:pt x="1745742" y="654558"/>
                </a:lnTo>
                <a:lnTo>
                  <a:pt x="1746250" y="654558"/>
                </a:lnTo>
                <a:lnTo>
                  <a:pt x="1746250" y="654558"/>
                </a:lnTo>
                <a:lnTo>
                  <a:pt x="1751330" y="654558"/>
                </a:lnTo>
                <a:lnTo>
                  <a:pt x="1751330" y="654558"/>
                </a:lnTo>
                <a:lnTo>
                  <a:pt x="1773428" y="654558"/>
                </a:lnTo>
                <a:lnTo>
                  <a:pt x="1773428" y="654558"/>
                </a:lnTo>
                <a:lnTo>
                  <a:pt x="1777492" y="654558"/>
                </a:lnTo>
                <a:lnTo>
                  <a:pt x="1777492" y="661924"/>
                </a:lnTo>
                <a:lnTo>
                  <a:pt x="1796542" y="661924"/>
                </a:lnTo>
                <a:lnTo>
                  <a:pt x="1796542" y="661924"/>
                </a:lnTo>
                <a:lnTo>
                  <a:pt x="1834769" y="661924"/>
                </a:lnTo>
                <a:lnTo>
                  <a:pt x="1834769" y="661924"/>
                </a:lnTo>
                <a:lnTo>
                  <a:pt x="1840357" y="661924"/>
                </a:lnTo>
                <a:lnTo>
                  <a:pt x="1840357" y="669417"/>
                </a:lnTo>
                <a:lnTo>
                  <a:pt x="1840865" y="669417"/>
                </a:lnTo>
                <a:lnTo>
                  <a:pt x="1840865" y="669417"/>
                </a:lnTo>
                <a:lnTo>
                  <a:pt x="1853438" y="669417"/>
                </a:lnTo>
                <a:lnTo>
                  <a:pt x="1853438" y="669417"/>
                </a:lnTo>
                <a:lnTo>
                  <a:pt x="1864487" y="669417"/>
                </a:lnTo>
                <a:lnTo>
                  <a:pt x="1864487" y="669417"/>
                </a:lnTo>
                <a:lnTo>
                  <a:pt x="1868932" y="669417"/>
                </a:lnTo>
                <a:lnTo>
                  <a:pt x="1868932" y="669417"/>
                </a:lnTo>
                <a:lnTo>
                  <a:pt x="1876044" y="669417"/>
                </a:lnTo>
                <a:lnTo>
                  <a:pt x="1876044" y="677164"/>
                </a:lnTo>
                <a:lnTo>
                  <a:pt x="1882521" y="677164"/>
                </a:lnTo>
                <a:lnTo>
                  <a:pt x="1882521" y="677164"/>
                </a:lnTo>
                <a:lnTo>
                  <a:pt x="1883537" y="677164"/>
                </a:lnTo>
                <a:lnTo>
                  <a:pt x="1883537" y="677164"/>
                </a:lnTo>
                <a:lnTo>
                  <a:pt x="1884045" y="677164"/>
                </a:lnTo>
                <a:lnTo>
                  <a:pt x="1884045" y="677164"/>
                </a:lnTo>
                <a:lnTo>
                  <a:pt x="1886585" y="677164"/>
                </a:lnTo>
                <a:lnTo>
                  <a:pt x="1886585" y="677164"/>
                </a:lnTo>
                <a:lnTo>
                  <a:pt x="1896110" y="677164"/>
                </a:lnTo>
                <a:lnTo>
                  <a:pt x="1896110" y="677164"/>
                </a:lnTo>
                <a:lnTo>
                  <a:pt x="1920367" y="677164"/>
                </a:lnTo>
                <a:lnTo>
                  <a:pt x="1920367" y="685165"/>
                </a:lnTo>
                <a:lnTo>
                  <a:pt x="1932940" y="685165"/>
                </a:lnTo>
                <a:lnTo>
                  <a:pt x="1932940" y="685165"/>
                </a:lnTo>
                <a:lnTo>
                  <a:pt x="1971167" y="685165"/>
                </a:lnTo>
                <a:lnTo>
                  <a:pt x="1971167" y="693293"/>
                </a:lnTo>
                <a:lnTo>
                  <a:pt x="1977644" y="693293"/>
                </a:lnTo>
                <a:lnTo>
                  <a:pt x="1977644" y="701548"/>
                </a:lnTo>
                <a:lnTo>
                  <a:pt x="1981708" y="701548"/>
                </a:lnTo>
                <a:lnTo>
                  <a:pt x="1981708" y="701548"/>
                </a:lnTo>
                <a:lnTo>
                  <a:pt x="1991741" y="701548"/>
                </a:lnTo>
                <a:lnTo>
                  <a:pt x="1991741" y="709676"/>
                </a:lnTo>
                <a:lnTo>
                  <a:pt x="1997329" y="709676"/>
                </a:lnTo>
                <a:lnTo>
                  <a:pt x="1997329" y="709676"/>
                </a:lnTo>
                <a:lnTo>
                  <a:pt x="2022983" y="709676"/>
                </a:lnTo>
                <a:lnTo>
                  <a:pt x="2022983" y="718058"/>
                </a:lnTo>
                <a:lnTo>
                  <a:pt x="2027936" y="718058"/>
                </a:lnTo>
                <a:lnTo>
                  <a:pt x="2027936" y="718058"/>
                </a:lnTo>
                <a:lnTo>
                  <a:pt x="2032000" y="718058"/>
                </a:lnTo>
                <a:lnTo>
                  <a:pt x="2032000" y="718058"/>
                </a:lnTo>
                <a:lnTo>
                  <a:pt x="2037080" y="718058"/>
                </a:lnTo>
                <a:lnTo>
                  <a:pt x="2037080" y="726440"/>
                </a:lnTo>
                <a:lnTo>
                  <a:pt x="2081784" y="726440"/>
                </a:lnTo>
                <a:lnTo>
                  <a:pt x="2081784" y="734949"/>
                </a:lnTo>
                <a:lnTo>
                  <a:pt x="2108962" y="734949"/>
                </a:lnTo>
                <a:lnTo>
                  <a:pt x="2108962" y="743458"/>
                </a:lnTo>
                <a:lnTo>
                  <a:pt x="2115566" y="743458"/>
                </a:lnTo>
                <a:lnTo>
                  <a:pt x="2115566" y="743458"/>
                </a:lnTo>
                <a:lnTo>
                  <a:pt x="2131060" y="743458"/>
                </a:lnTo>
                <a:lnTo>
                  <a:pt x="2131060" y="743458"/>
                </a:lnTo>
                <a:lnTo>
                  <a:pt x="2134616" y="743458"/>
                </a:lnTo>
                <a:lnTo>
                  <a:pt x="2134616" y="743458"/>
                </a:lnTo>
                <a:lnTo>
                  <a:pt x="2139188" y="743458"/>
                </a:lnTo>
                <a:lnTo>
                  <a:pt x="2139188" y="743458"/>
                </a:lnTo>
                <a:lnTo>
                  <a:pt x="2141220" y="743458"/>
                </a:lnTo>
                <a:lnTo>
                  <a:pt x="2141220" y="743458"/>
                </a:lnTo>
                <a:lnTo>
                  <a:pt x="2147189" y="743458"/>
                </a:lnTo>
                <a:lnTo>
                  <a:pt x="2147189" y="743458"/>
                </a:lnTo>
                <a:lnTo>
                  <a:pt x="2163826" y="743458"/>
                </a:lnTo>
                <a:lnTo>
                  <a:pt x="2163826" y="743458"/>
                </a:lnTo>
                <a:lnTo>
                  <a:pt x="2164334" y="743458"/>
                </a:lnTo>
                <a:lnTo>
                  <a:pt x="2164334" y="743458"/>
                </a:lnTo>
                <a:lnTo>
                  <a:pt x="2207641" y="743458"/>
                </a:lnTo>
                <a:lnTo>
                  <a:pt x="2207641" y="752729"/>
                </a:lnTo>
                <a:lnTo>
                  <a:pt x="2225675" y="752729"/>
                </a:lnTo>
                <a:lnTo>
                  <a:pt x="2225675" y="761873"/>
                </a:lnTo>
                <a:lnTo>
                  <a:pt x="2229739" y="761873"/>
                </a:lnTo>
                <a:lnTo>
                  <a:pt x="2229739" y="771144"/>
                </a:lnTo>
                <a:lnTo>
                  <a:pt x="2231263" y="771144"/>
                </a:lnTo>
                <a:lnTo>
                  <a:pt x="2231263" y="771144"/>
                </a:lnTo>
                <a:lnTo>
                  <a:pt x="2232787" y="771144"/>
                </a:lnTo>
                <a:lnTo>
                  <a:pt x="2232787" y="780542"/>
                </a:lnTo>
                <a:lnTo>
                  <a:pt x="2255393" y="780542"/>
                </a:lnTo>
                <a:lnTo>
                  <a:pt x="2255393" y="780542"/>
                </a:lnTo>
                <a:lnTo>
                  <a:pt x="2261362" y="780542"/>
                </a:lnTo>
                <a:lnTo>
                  <a:pt x="2261362" y="780542"/>
                </a:lnTo>
                <a:lnTo>
                  <a:pt x="2299589" y="780542"/>
                </a:lnTo>
                <a:lnTo>
                  <a:pt x="2299589" y="790067"/>
                </a:lnTo>
                <a:lnTo>
                  <a:pt x="2313178" y="790067"/>
                </a:lnTo>
                <a:lnTo>
                  <a:pt x="2313178" y="790067"/>
                </a:lnTo>
                <a:lnTo>
                  <a:pt x="2327783" y="790067"/>
                </a:lnTo>
                <a:lnTo>
                  <a:pt x="2327783" y="790067"/>
                </a:lnTo>
                <a:lnTo>
                  <a:pt x="2351913" y="790067"/>
                </a:lnTo>
                <a:lnTo>
                  <a:pt x="2351913" y="790067"/>
                </a:lnTo>
                <a:lnTo>
                  <a:pt x="2352929" y="790067"/>
                </a:lnTo>
                <a:lnTo>
                  <a:pt x="2352929" y="790067"/>
                </a:lnTo>
                <a:lnTo>
                  <a:pt x="2355469" y="790067"/>
                </a:lnTo>
                <a:lnTo>
                  <a:pt x="2355469" y="790067"/>
                </a:lnTo>
                <a:lnTo>
                  <a:pt x="2384679" y="790067"/>
                </a:lnTo>
                <a:lnTo>
                  <a:pt x="2384679" y="790067"/>
                </a:lnTo>
                <a:lnTo>
                  <a:pt x="2386711" y="790067"/>
                </a:lnTo>
                <a:lnTo>
                  <a:pt x="2386711" y="800227"/>
                </a:lnTo>
                <a:lnTo>
                  <a:pt x="2393696" y="800227"/>
                </a:lnTo>
                <a:lnTo>
                  <a:pt x="2393696" y="800227"/>
                </a:lnTo>
                <a:lnTo>
                  <a:pt x="2396744" y="800227"/>
                </a:lnTo>
                <a:lnTo>
                  <a:pt x="2396744" y="800227"/>
                </a:lnTo>
                <a:lnTo>
                  <a:pt x="2414397" y="800227"/>
                </a:lnTo>
                <a:lnTo>
                  <a:pt x="2414397" y="800227"/>
                </a:lnTo>
                <a:lnTo>
                  <a:pt x="2422398" y="800227"/>
                </a:lnTo>
                <a:lnTo>
                  <a:pt x="2422398" y="800227"/>
                </a:lnTo>
                <a:lnTo>
                  <a:pt x="2431415" y="800227"/>
                </a:lnTo>
                <a:lnTo>
                  <a:pt x="2431415" y="800227"/>
                </a:lnTo>
                <a:lnTo>
                  <a:pt x="2438019" y="800227"/>
                </a:lnTo>
                <a:lnTo>
                  <a:pt x="2438019" y="811149"/>
                </a:lnTo>
                <a:lnTo>
                  <a:pt x="2445512" y="811149"/>
                </a:lnTo>
                <a:lnTo>
                  <a:pt x="2445512" y="811149"/>
                </a:lnTo>
                <a:lnTo>
                  <a:pt x="2465197" y="811149"/>
                </a:lnTo>
                <a:lnTo>
                  <a:pt x="2465197" y="811149"/>
                </a:lnTo>
                <a:lnTo>
                  <a:pt x="2469134" y="811149"/>
                </a:lnTo>
                <a:lnTo>
                  <a:pt x="2469134" y="822325"/>
                </a:lnTo>
                <a:lnTo>
                  <a:pt x="2487295" y="822325"/>
                </a:lnTo>
                <a:lnTo>
                  <a:pt x="2487295" y="822325"/>
                </a:lnTo>
                <a:lnTo>
                  <a:pt x="2490851" y="822325"/>
                </a:lnTo>
                <a:lnTo>
                  <a:pt x="2490851" y="822325"/>
                </a:lnTo>
                <a:lnTo>
                  <a:pt x="2498344" y="822325"/>
                </a:lnTo>
                <a:lnTo>
                  <a:pt x="2498344" y="833882"/>
                </a:lnTo>
                <a:lnTo>
                  <a:pt x="2506472" y="833882"/>
                </a:lnTo>
                <a:lnTo>
                  <a:pt x="2506472" y="833882"/>
                </a:lnTo>
                <a:lnTo>
                  <a:pt x="2531618" y="833882"/>
                </a:lnTo>
                <a:lnTo>
                  <a:pt x="2531618" y="833882"/>
                </a:lnTo>
                <a:lnTo>
                  <a:pt x="2532126" y="833882"/>
                </a:lnTo>
                <a:lnTo>
                  <a:pt x="2532126" y="833882"/>
                </a:lnTo>
                <a:lnTo>
                  <a:pt x="2552700" y="833882"/>
                </a:lnTo>
                <a:lnTo>
                  <a:pt x="2552700" y="833882"/>
                </a:lnTo>
                <a:lnTo>
                  <a:pt x="2572385" y="833882"/>
                </a:lnTo>
                <a:lnTo>
                  <a:pt x="2572385" y="833882"/>
                </a:lnTo>
                <a:lnTo>
                  <a:pt x="2594991" y="833882"/>
                </a:lnTo>
                <a:lnTo>
                  <a:pt x="2594991" y="833882"/>
                </a:lnTo>
                <a:lnTo>
                  <a:pt x="2622677" y="833882"/>
                </a:lnTo>
                <a:lnTo>
                  <a:pt x="2622677" y="833882"/>
                </a:lnTo>
                <a:lnTo>
                  <a:pt x="2627630" y="833882"/>
                </a:lnTo>
                <a:lnTo>
                  <a:pt x="2627630" y="833882"/>
                </a:lnTo>
                <a:lnTo>
                  <a:pt x="2646299" y="833882"/>
                </a:lnTo>
                <a:lnTo>
                  <a:pt x="2646299" y="846836"/>
                </a:lnTo>
                <a:lnTo>
                  <a:pt x="2658364" y="846836"/>
                </a:lnTo>
                <a:lnTo>
                  <a:pt x="2658364" y="859790"/>
                </a:lnTo>
                <a:lnTo>
                  <a:pt x="2667889" y="859790"/>
                </a:lnTo>
                <a:lnTo>
                  <a:pt x="2667889" y="859790"/>
                </a:lnTo>
                <a:lnTo>
                  <a:pt x="2677414" y="859790"/>
                </a:lnTo>
                <a:lnTo>
                  <a:pt x="2677414" y="872998"/>
                </a:lnTo>
                <a:lnTo>
                  <a:pt x="2691511" y="872998"/>
                </a:lnTo>
                <a:lnTo>
                  <a:pt x="2691511" y="886206"/>
                </a:lnTo>
                <a:lnTo>
                  <a:pt x="2704592" y="886206"/>
                </a:lnTo>
                <a:lnTo>
                  <a:pt x="2704592" y="886206"/>
                </a:lnTo>
                <a:lnTo>
                  <a:pt x="2712720" y="886206"/>
                </a:lnTo>
                <a:lnTo>
                  <a:pt x="2712720" y="899668"/>
                </a:lnTo>
                <a:lnTo>
                  <a:pt x="2738882" y="899668"/>
                </a:lnTo>
                <a:lnTo>
                  <a:pt x="2738882" y="899668"/>
                </a:lnTo>
                <a:lnTo>
                  <a:pt x="2749931" y="899668"/>
                </a:lnTo>
                <a:lnTo>
                  <a:pt x="2749931" y="899668"/>
                </a:lnTo>
                <a:lnTo>
                  <a:pt x="2791206" y="899668"/>
                </a:lnTo>
                <a:lnTo>
                  <a:pt x="2791206" y="899668"/>
                </a:lnTo>
                <a:lnTo>
                  <a:pt x="2793746" y="899668"/>
                </a:lnTo>
                <a:lnTo>
                  <a:pt x="2793746" y="913892"/>
                </a:lnTo>
                <a:lnTo>
                  <a:pt x="2815844" y="913892"/>
                </a:lnTo>
                <a:lnTo>
                  <a:pt x="2815844" y="928116"/>
                </a:lnTo>
                <a:lnTo>
                  <a:pt x="2846451" y="928116"/>
                </a:lnTo>
                <a:lnTo>
                  <a:pt x="2846451" y="942340"/>
                </a:lnTo>
                <a:lnTo>
                  <a:pt x="2852547" y="942340"/>
                </a:lnTo>
                <a:lnTo>
                  <a:pt x="2852547" y="942340"/>
                </a:lnTo>
                <a:lnTo>
                  <a:pt x="2866644" y="942340"/>
                </a:lnTo>
                <a:lnTo>
                  <a:pt x="2866644" y="942340"/>
                </a:lnTo>
                <a:lnTo>
                  <a:pt x="2870200" y="942340"/>
                </a:lnTo>
                <a:lnTo>
                  <a:pt x="2870200" y="942340"/>
                </a:lnTo>
                <a:lnTo>
                  <a:pt x="2921000" y="942340"/>
                </a:lnTo>
                <a:lnTo>
                  <a:pt x="2921000" y="957453"/>
                </a:lnTo>
                <a:lnTo>
                  <a:pt x="2986913" y="957453"/>
                </a:lnTo>
                <a:lnTo>
                  <a:pt x="2986913" y="957453"/>
                </a:lnTo>
                <a:lnTo>
                  <a:pt x="2990342" y="957453"/>
                </a:lnTo>
                <a:lnTo>
                  <a:pt x="2990342" y="957453"/>
                </a:lnTo>
                <a:lnTo>
                  <a:pt x="3018536" y="957453"/>
                </a:lnTo>
                <a:lnTo>
                  <a:pt x="3018536" y="957453"/>
                </a:lnTo>
              </a:path>
            </a:pathLst>
          </a:custGeom>
          <a:noFill xmlns:a="http://schemas.openxmlformats.org/drawingml/2006/main"/>
          <a:ln xmlns:a="http://schemas.openxmlformats.org/drawingml/2006/main" w="27051" cap="rnd">
            <a:solidFill>
              <a:srgbClr val="0072B2"/>
            </a:solidFill>
            <a:prstDash val="solid"/>
            <a:round/>
          </a:ln>
        </p:spPr>
      </p:sp>
      <p:sp>
        <p:nvSpPr>
          <p:cNvPr id="193" name="element_0193_polyline">
            <a:extLst xmlns:a="http://schemas.openxmlformats.org/drawingml/2006/main">
              <a:ext uri="{FF2B5EF4-FFF2-40B4-BE49-F238E27FC236}">
                <a16:creationId xmlns:a16="http://schemas.microsoft.com/office/drawing/2014/main" id="{847794E0-0A39-4CC2-948C-7E1CEA13A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664464"/>
            <a:ext cx="3018536" cy="1504061"/>
          </a:xfrm>
          <a:custGeom xmlns:a="http://schemas.openxmlformats.org/drawingml/2006/main">
            <a:pathLst>
              <a:path w="3018536" h="1504061">
                <a:moveTo>
                  <a:pt x="0" y="0"/>
                </a:moveTo>
                <a:lnTo>
                  <a:pt x="45720" y="0"/>
                </a:lnTo>
                <a:lnTo>
                  <a:pt x="45720" y="10795"/>
                </a:lnTo>
                <a:lnTo>
                  <a:pt x="52832" y="10795"/>
                </a:lnTo>
                <a:lnTo>
                  <a:pt x="52832" y="32385"/>
                </a:lnTo>
                <a:lnTo>
                  <a:pt x="123190" y="32385"/>
                </a:lnTo>
                <a:lnTo>
                  <a:pt x="123190" y="53975"/>
                </a:lnTo>
                <a:lnTo>
                  <a:pt x="142367" y="53975"/>
                </a:lnTo>
                <a:lnTo>
                  <a:pt x="142367" y="64770"/>
                </a:lnTo>
                <a:lnTo>
                  <a:pt x="148844" y="64770"/>
                </a:lnTo>
                <a:lnTo>
                  <a:pt x="148844" y="75565"/>
                </a:lnTo>
                <a:lnTo>
                  <a:pt x="159004" y="75565"/>
                </a:lnTo>
                <a:lnTo>
                  <a:pt x="159004" y="86233"/>
                </a:lnTo>
                <a:lnTo>
                  <a:pt x="184150" y="86233"/>
                </a:lnTo>
                <a:lnTo>
                  <a:pt x="184150" y="97028"/>
                </a:lnTo>
                <a:lnTo>
                  <a:pt x="190119" y="97028"/>
                </a:lnTo>
                <a:lnTo>
                  <a:pt x="190119" y="107823"/>
                </a:lnTo>
                <a:lnTo>
                  <a:pt x="194691" y="107823"/>
                </a:lnTo>
                <a:lnTo>
                  <a:pt x="194691" y="118618"/>
                </a:lnTo>
                <a:lnTo>
                  <a:pt x="204724" y="118618"/>
                </a:lnTo>
                <a:lnTo>
                  <a:pt x="204724" y="129413"/>
                </a:lnTo>
                <a:lnTo>
                  <a:pt x="220853" y="129413"/>
                </a:lnTo>
                <a:lnTo>
                  <a:pt x="220853" y="140208"/>
                </a:lnTo>
                <a:lnTo>
                  <a:pt x="237998" y="140208"/>
                </a:lnTo>
                <a:lnTo>
                  <a:pt x="237998" y="151003"/>
                </a:lnTo>
                <a:lnTo>
                  <a:pt x="239014" y="151003"/>
                </a:lnTo>
                <a:lnTo>
                  <a:pt x="239014" y="161798"/>
                </a:lnTo>
                <a:lnTo>
                  <a:pt x="240919" y="161798"/>
                </a:lnTo>
                <a:lnTo>
                  <a:pt x="240919" y="172593"/>
                </a:lnTo>
                <a:lnTo>
                  <a:pt x="263652" y="172593"/>
                </a:lnTo>
                <a:lnTo>
                  <a:pt x="263652" y="183388"/>
                </a:lnTo>
                <a:lnTo>
                  <a:pt x="271653" y="183388"/>
                </a:lnTo>
                <a:lnTo>
                  <a:pt x="271653" y="194183"/>
                </a:lnTo>
                <a:lnTo>
                  <a:pt x="275209" y="194183"/>
                </a:lnTo>
                <a:lnTo>
                  <a:pt x="275209" y="204851"/>
                </a:lnTo>
                <a:lnTo>
                  <a:pt x="275717" y="204851"/>
                </a:lnTo>
                <a:lnTo>
                  <a:pt x="275717" y="215646"/>
                </a:lnTo>
                <a:lnTo>
                  <a:pt x="276225" y="215646"/>
                </a:lnTo>
                <a:lnTo>
                  <a:pt x="276225" y="226441"/>
                </a:lnTo>
                <a:lnTo>
                  <a:pt x="304419" y="226441"/>
                </a:lnTo>
                <a:lnTo>
                  <a:pt x="304419" y="237236"/>
                </a:lnTo>
                <a:lnTo>
                  <a:pt x="315468" y="237236"/>
                </a:lnTo>
                <a:lnTo>
                  <a:pt x="315468" y="248031"/>
                </a:lnTo>
                <a:lnTo>
                  <a:pt x="317881" y="248031"/>
                </a:lnTo>
                <a:lnTo>
                  <a:pt x="317881" y="258826"/>
                </a:lnTo>
                <a:lnTo>
                  <a:pt x="357124" y="258826"/>
                </a:lnTo>
                <a:lnTo>
                  <a:pt x="357124" y="269621"/>
                </a:lnTo>
                <a:lnTo>
                  <a:pt x="360172" y="269621"/>
                </a:lnTo>
                <a:lnTo>
                  <a:pt x="360172" y="280416"/>
                </a:lnTo>
                <a:lnTo>
                  <a:pt x="394462" y="280416"/>
                </a:lnTo>
                <a:lnTo>
                  <a:pt x="394462" y="291211"/>
                </a:lnTo>
                <a:lnTo>
                  <a:pt x="417576" y="291211"/>
                </a:lnTo>
                <a:lnTo>
                  <a:pt x="417576" y="302006"/>
                </a:lnTo>
                <a:lnTo>
                  <a:pt x="419608" y="302006"/>
                </a:lnTo>
                <a:lnTo>
                  <a:pt x="419608" y="312801"/>
                </a:lnTo>
                <a:lnTo>
                  <a:pt x="420624" y="312801"/>
                </a:lnTo>
                <a:lnTo>
                  <a:pt x="420624" y="323469"/>
                </a:lnTo>
                <a:lnTo>
                  <a:pt x="421640" y="323469"/>
                </a:lnTo>
                <a:lnTo>
                  <a:pt x="421640" y="334264"/>
                </a:lnTo>
                <a:lnTo>
                  <a:pt x="437642" y="334264"/>
                </a:lnTo>
                <a:lnTo>
                  <a:pt x="437642" y="345059"/>
                </a:lnTo>
                <a:lnTo>
                  <a:pt x="462280" y="345059"/>
                </a:lnTo>
                <a:lnTo>
                  <a:pt x="462280" y="355854"/>
                </a:lnTo>
                <a:lnTo>
                  <a:pt x="462788" y="355854"/>
                </a:lnTo>
                <a:lnTo>
                  <a:pt x="462788" y="366649"/>
                </a:lnTo>
                <a:lnTo>
                  <a:pt x="469392" y="366649"/>
                </a:lnTo>
                <a:lnTo>
                  <a:pt x="469392" y="377444"/>
                </a:lnTo>
                <a:lnTo>
                  <a:pt x="484505" y="377444"/>
                </a:lnTo>
                <a:lnTo>
                  <a:pt x="484505" y="388239"/>
                </a:lnTo>
                <a:lnTo>
                  <a:pt x="496570" y="388239"/>
                </a:lnTo>
                <a:lnTo>
                  <a:pt x="496570" y="399034"/>
                </a:lnTo>
                <a:lnTo>
                  <a:pt x="532765" y="399034"/>
                </a:lnTo>
                <a:lnTo>
                  <a:pt x="532765" y="409829"/>
                </a:lnTo>
                <a:lnTo>
                  <a:pt x="540766" y="409829"/>
                </a:lnTo>
                <a:lnTo>
                  <a:pt x="540766" y="420624"/>
                </a:lnTo>
                <a:lnTo>
                  <a:pt x="556895" y="420624"/>
                </a:lnTo>
                <a:lnTo>
                  <a:pt x="556895" y="431419"/>
                </a:lnTo>
                <a:lnTo>
                  <a:pt x="557403" y="431419"/>
                </a:lnTo>
                <a:lnTo>
                  <a:pt x="557403" y="442214"/>
                </a:lnTo>
                <a:lnTo>
                  <a:pt x="574040" y="442214"/>
                </a:lnTo>
                <a:lnTo>
                  <a:pt x="574040" y="452882"/>
                </a:lnTo>
                <a:lnTo>
                  <a:pt x="582041" y="452882"/>
                </a:lnTo>
                <a:lnTo>
                  <a:pt x="582041" y="463677"/>
                </a:lnTo>
                <a:lnTo>
                  <a:pt x="606679" y="463677"/>
                </a:lnTo>
                <a:lnTo>
                  <a:pt x="606679" y="474472"/>
                </a:lnTo>
                <a:lnTo>
                  <a:pt x="620268" y="474472"/>
                </a:lnTo>
                <a:lnTo>
                  <a:pt x="620268" y="485267"/>
                </a:lnTo>
                <a:lnTo>
                  <a:pt x="633349" y="485267"/>
                </a:lnTo>
                <a:lnTo>
                  <a:pt x="633349" y="496062"/>
                </a:lnTo>
                <a:lnTo>
                  <a:pt x="641477" y="496062"/>
                </a:lnTo>
                <a:lnTo>
                  <a:pt x="641477" y="506857"/>
                </a:lnTo>
                <a:lnTo>
                  <a:pt x="656082" y="506857"/>
                </a:lnTo>
                <a:lnTo>
                  <a:pt x="656082" y="517652"/>
                </a:lnTo>
                <a:lnTo>
                  <a:pt x="687197" y="517652"/>
                </a:lnTo>
                <a:lnTo>
                  <a:pt x="687197" y="528447"/>
                </a:lnTo>
                <a:lnTo>
                  <a:pt x="694817" y="528447"/>
                </a:lnTo>
                <a:lnTo>
                  <a:pt x="694817" y="539242"/>
                </a:lnTo>
                <a:lnTo>
                  <a:pt x="711835" y="539242"/>
                </a:lnTo>
                <a:lnTo>
                  <a:pt x="711835" y="550037"/>
                </a:lnTo>
                <a:lnTo>
                  <a:pt x="715391" y="550037"/>
                </a:lnTo>
                <a:lnTo>
                  <a:pt x="715391" y="560832"/>
                </a:lnTo>
                <a:lnTo>
                  <a:pt x="718439" y="560832"/>
                </a:lnTo>
                <a:lnTo>
                  <a:pt x="718439" y="571500"/>
                </a:lnTo>
                <a:lnTo>
                  <a:pt x="746125" y="571500"/>
                </a:lnTo>
                <a:lnTo>
                  <a:pt x="746125" y="582295"/>
                </a:lnTo>
                <a:lnTo>
                  <a:pt x="769239" y="582295"/>
                </a:lnTo>
                <a:lnTo>
                  <a:pt x="769239" y="593090"/>
                </a:lnTo>
                <a:lnTo>
                  <a:pt x="810006" y="593090"/>
                </a:lnTo>
                <a:lnTo>
                  <a:pt x="810006" y="603885"/>
                </a:lnTo>
                <a:lnTo>
                  <a:pt x="812927" y="603885"/>
                </a:lnTo>
                <a:lnTo>
                  <a:pt x="812927" y="614680"/>
                </a:lnTo>
                <a:lnTo>
                  <a:pt x="820547" y="614680"/>
                </a:lnTo>
                <a:lnTo>
                  <a:pt x="820547" y="625475"/>
                </a:lnTo>
                <a:lnTo>
                  <a:pt x="827532" y="625475"/>
                </a:lnTo>
                <a:lnTo>
                  <a:pt x="827532" y="636270"/>
                </a:lnTo>
                <a:lnTo>
                  <a:pt x="845693" y="636270"/>
                </a:lnTo>
                <a:lnTo>
                  <a:pt x="845693" y="647065"/>
                </a:lnTo>
                <a:lnTo>
                  <a:pt x="849757" y="647065"/>
                </a:lnTo>
                <a:lnTo>
                  <a:pt x="849757" y="668655"/>
                </a:lnTo>
                <a:lnTo>
                  <a:pt x="871347" y="668655"/>
                </a:lnTo>
                <a:lnTo>
                  <a:pt x="871347" y="679450"/>
                </a:lnTo>
                <a:lnTo>
                  <a:pt x="883920" y="679450"/>
                </a:lnTo>
                <a:lnTo>
                  <a:pt x="883920" y="690245"/>
                </a:lnTo>
                <a:lnTo>
                  <a:pt x="889508" y="690245"/>
                </a:lnTo>
                <a:lnTo>
                  <a:pt x="889508" y="700913"/>
                </a:lnTo>
                <a:lnTo>
                  <a:pt x="891032" y="700913"/>
                </a:lnTo>
                <a:lnTo>
                  <a:pt x="891032" y="711708"/>
                </a:lnTo>
                <a:lnTo>
                  <a:pt x="892429" y="711708"/>
                </a:lnTo>
                <a:lnTo>
                  <a:pt x="892429" y="722503"/>
                </a:lnTo>
                <a:lnTo>
                  <a:pt x="905510" y="722503"/>
                </a:lnTo>
                <a:lnTo>
                  <a:pt x="905510" y="733298"/>
                </a:lnTo>
                <a:lnTo>
                  <a:pt x="913130" y="733298"/>
                </a:lnTo>
                <a:lnTo>
                  <a:pt x="913130" y="744093"/>
                </a:lnTo>
                <a:lnTo>
                  <a:pt x="919607" y="744093"/>
                </a:lnTo>
                <a:lnTo>
                  <a:pt x="919607" y="754888"/>
                </a:lnTo>
                <a:lnTo>
                  <a:pt x="958850" y="754888"/>
                </a:lnTo>
                <a:lnTo>
                  <a:pt x="958850" y="765683"/>
                </a:lnTo>
                <a:lnTo>
                  <a:pt x="964438" y="765683"/>
                </a:lnTo>
                <a:lnTo>
                  <a:pt x="964438" y="765683"/>
                </a:lnTo>
                <a:lnTo>
                  <a:pt x="971931" y="765683"/>
                </a:lnTo>
                <a:lnTo>
                  <a:pt x="971931" y="765683"/>
                </a:lnTo>
                <a:lnTo>
                  <a:pt x="986028" y="765683"/>
                </a:lnTo>
                <a:lnTo>
                  <a:pt x="986028" y="776732"/>
                </a:lnTo>
                <a:lnTo>
                  <a:pt x="1000633" y="776732"/>
                </a:lnTo>
                <a:lnTo>
                  <a:pt x="1000633" y="787781"/>
                </a:lnTo>
                <a:lnTo>
                  <a:pt x="1018794" y="787781"/>
                </a:lnTo>
                <a:lnTo>
                  <a:pt x="1018794" y="798830"/>
                </a:lnTo>
                <a:lnTo>
                  <a:pt x="1022223" y="798830"/>
                </a:lnTo>
                <a:lnTo>
                  <a:pt x="1022223" y="809879"/>
                </a:lnTo>
                <a:lnTo>
                  <a:pt x="1023239" y="809879"/>
                </a:lnTo>
                <a:lnTo>
                  <a:pt x="1023239" y="820928"/>
                </a:lnTo>
                <a:lnTo>
                  <a:pt x="1025271" y="820928"/>
                </a:lnTo>
                <a:lnTo>
                  <a:pt x="1025271" y="831977"/>
                </a:lnTo>
                <a:lnTo>
                  <a:pt x="1026287" y="831977"/>
                </a:lnTo>
                <a:lnTo>
                  <a:pt x="1026287" y="843026"/>
                </a:lnTo>
                <a:lnTo>
                  <a:pt x="1026795" y="843026"/>
                </a:lnTo>
                <a:lnTo>
                  <a:pt x="1026795" y="854075"/>
                </a:lnTo>
                <a:lnTo>
                  <a:pt x="1031875" y="854075"/>
                </a:lnTo>
                <a:lnTo>
                  <a:pt x="1031875" y="865124"/>
                </a:lnTo>
                <a:lnTo>
                  <a:pt x="1041908" y="865124"/>
                </a:lnTo>
                <a:lnTo>
                  <a:pt x="1041908" y="865124"/>
                </a:lnTo>
                <a:lnTo>
                  <a:pt x="1058037" y="865124"/>
                </a:lnTo>
                <a:lnTo>
                  <a:pt x="1058037" y="876427"/>
                </a:lnTo>
                <a:lnTo>
                  <a:pt x="1076579" y="876427"/>
                </a:lnTo>
                <a:lnTo>
                  <a:pt x="1076579" y="887603"/>
                </a:lnTo>
                <a:lnTo>
                  <a:pt x="1084199" y="887603"/>
                </a:lnTo>
                <a:lnTo>
                  <a:pt x="1084199" y="898779"/>
                </a:lnTo>
                <a:lnTo>
                  <a:pt x="1085723" y="898779"/>
                </a:lnTo>
                <a:lnTo>
                  <a:pt x="1085723" y="910082"/>
                </a:lnTo>
                <a:lnTo>
                  <a:pt x="1092708" y="910082"/>
                </a:lnTo>
                <a:lnTo>
                  <a:pt x="1092708" y="921258"/>
                </a:lnTo>
                <a:lnTo>
                  <a:pt x="1131443" y="921258"/>
                </a:lnTo>
                <a:lnTo>
                  <a:pt x="1131443" y="921258"/>
                </a:lnTo>
                <a:lnTo>
                  <a:pt x="1132967" y="921258"/>
                </a:lnTo>
                <a:lnTo>
                  <a:pt x="1132967" y="932688"/>
                </a:lnTo>
                <a:lnTo>
                  <a:pt x="1174750" y="932688"/>
                </a:lnTo>
                <a:lnTo>
                  <a:pt x="1174750" y="944118"/>
                </a:lnTo>
                <a:lnTo>
                  <a:pt x="1178179" y="944118"/>
                </a:lnTo>
                <a:lnTo>
                  <a:pt x="1178179" y="955421"/>
                </a:lnTo>
                <a:lnTo>
                  <a:pt x="1193800" y="955421"/>
                </a:lnTo>
                <a:lnTo>
                  <a:pt x="1193800" y="966851"/>
                </a:lnTo>
                <a:lnTo>
                  <a:pt x="1196340" y="966851"/>
                </a:lnTo>
                <a:lnTo>
                  <a:pt x="1196340" y="978281"/>
                </a:lnTo>
                <a:lnTo>
                  <a:pt x="1209421" y="978281"/>
                </a:lnTo>
                <a:lnTo>
                  <a:pt x="1209421" y="989584"/>
                </a:lnTo>
                <a:lnTo>
                  <a:pt x="1224026" y="989584"/>
                </a:lnTo>
                <a:lnTo>
                  <a:pt x="1224026" y="989584"/>
                </a:lnTo>
                <a:lnTo>
                  <a:pt x="1252728" y="989584"/>
                </a:lnTo>
                <a:lnTo>
                  <a:pt x="1252728" y="1001268"/>
                </a:lnTo>
                <a:lnTo>
                  <a:pt x="1266317" y="1001268"/>
                </a:lnTo>
                <a:lnTo>
                  <a:pt x="1266317" y="1001268"/>
                </a:lnTo>
                <a:lnTo>
                  <a:pt x="1274318" y="1001268"/>
                </a:lnTo>
                <a:lnTo>
                  <a:pt x="1274318" y="1013079"/>
                </a:lnTo>
                <a:lnTo>
                  <a:pt x="1283843" y="1013079"/>
                </a:lnTo>
                <a:lnTo>
                  <a:pt x="1283843" y="1024890"/>
                </a:lnTo>
                <a:lnTo>
                  <a:pt x="1290447" y="1024890"/>
                </a:lnTo>
                <a:lnTo>
                  <a:pt x="1290447" y="1036701"/>
                </a:lnTo>
                <a:lnTo>
                  <a:pt x="1314577" y="1036701"/>
                </a:lnTo>
                <a:lnTo>
                  <a:pt x="1314577" y="1048512"/>
                </a:lnTo>
                <a:lnTo>
                  <a:pt x="1357884" y="1048512"/>
                </a:lnTo>
                <a:lnTo>
                  <a:pt x="1357884" y="1048512"/>
                </a:lnTo>
                <a:lnTo>
                  <a:pt x="1373886" y="1048512"/>
                </a:lnTo>
                <a:lnTo>
                  <a:pt x="1373886" y="1060577"/>
                </a:lnTo>
                <a:lnTo>
                  <a:pt x="1404112" y="1060577"/>
                </a:lnTo>
                <a:lnTo>
                  <a:pt x="1404112" y="1060577"/>
                </a:lnTo>
                <a:lnTo>
                  <a:pt x="1407160" y="1060577"/>
                </a:lnTo>
                <a:lnTo>
                  <a:pt x="1407160" y="1072896"/>
                </a:lnTo>
                <a:lnTo>
                  <a:pt x="1419225" y="1072896"/>
                </a:lnTo>
                <a:lnTo>
                  <a:pt x="1419225" y="1085215"/>
                </a:lnTo>
                <a:lnTo>
                  <a:pt x="1487678" y="1085215"/>
                </a:lnTo>
                <a:lnTo>
                  <a:pt x="1487678" y="1085215"/>
                </a:lnTo>
                <a:lnTo>
                  <a:pt x="1499743" y="1085215"/>
                </a:lnTo>
                <a:lnTo>
                  <a:pt x="1499743" y="1110361"/>
                </a:lnTo>
                <a:lnTo>
                  <a:pt x="1522857" y="1110361"/>
                </a:lnTo>
                <a:lnTo>
                  <a:pt x="1522857" y="1122934"/>
                </a:lnTo>
                <a:lnTo>
                  <a:pt x="1540510" y="1122934"/>
                </a:lnTo>
                <a:lnTo>
                  <a:pt x="1540510" y="1135507"/>
                </a:lnTo>
                <a:lnTo>
                  <a:pt x="1557020" y="1135507"/>
                </a:lnTo>
                <a:lnTo>
                  <a:pt x="1557020" y="1148080"/>
                </a:lnTo>
                <a:lnTo>
                  <a:pt x="1574165" y="1148080"/>
                </a:lnTo>
                <a:lnTo>
                  <a:pt x="1574165" y="1160780"/>
                </a:lnTo>
                <a:lnTo>
                  <a:pt x="1581277" y="1160780"/>
                </a:lnTo>
                <a:lnTo>
                  <a:pt x="1581277" y="1173353"/>
                </a:lnTo>
                <a:lnTo>
                  <a:pt x="1589278" y="1173353"/>
                </a:lnTo>
                <a:lnTo>
                  <a:pt x="1589278" y="1173353"/>
                </a:lnTo>
                <a:lnTo>
                  <a:pt x="1621917" y="1173353"/>
                </a:lnTo>
                <a:lnTo>
                  <a:pt x="1621917" y="1186307"/>
                </a:lnTo>
                <a:lnTo>
                  <a:pt x="1624965" y="1186307"/>
                </a:lnTo>
                <a:lnTo>
                  <a:pt x="1624965" y="1199134"/>
                </a:lnTo>
                <a:lnTo>
                  <a:pt x="1658239" y="1199134"/>
                </a:lnTo>
                <a:lnTo>
                  <a:pt x="1658239" y="1199134"/>
                </a:lnTo>
                <a:lnTo>
                  <a:pt x="1690878" y="1199134"/>
                </a:lnTo>
                <a:lnTo>
                  <a:pt x="1690878" y="1212469"/>
                </a:lnTo>
                <a:lnTo>
                  <a:pt x="1740662" y="1212469"/>
                </a:lnTo>
                <a:lnTo>
                  <a:pt x="1740662" y="1212469"/>
                </a:lnTo>
                <a:lnTo>
                  <a:pt x="1747774" y="1212469"/>
                </a:lnTo>
                <a:lnTo>
                  <a:pt x="1747774" y="1226312"/>
                </a:lnTo>
                <a:lnTo>
                  <a:pt x="1748282" y="1226312"/>
                </a:lnTo>
                <a:lnTo>
                  <a:pt x="1748282" y="1240028"/>
                </a:lnTo>
                <a:lnTo>
                  <a:pt x="1755267" y="1240028"/>
                </a:lnTo>
                <a:lnTo>
                  <a:pt x="1755267" y="1240028"/>
                </a:lnTo>
                <a:lnTo>
                  <a:pt x="1778381" y="1240028"/>
                </a:lnTo>
                <a:lnTo>
                  <a:pt x="1778381" y="1254252"/>
                </a:lnTo>
                <a:lnTo>
                  <a:pt x="1780921" y="1254252"/>
                </a:lnTo>
                <a:lnTo>
                  <a:pt x="1780921" y="1268603"/>
                </a:lnTo>
                <a:lnTo>
                  <a:pt x="1806067" y="1268603"/>
                </a:lnTo>
                <a:lnTo>
                  <a:pt x="1806067" y="1282827"/>
                </a:lnTo>
                <a:lnTo>
                  <a:pt x="1924812" y="1282827"/>
                </a:lnTo>
                <a:lnTo>
                  <a:pt x="1924812" y="1297051"/>
                </a:lnTo>
                <a:lnTo>
                  <a:pt x="1931416" y="1297051"/>
                </a:lnTo>
                <a:lnTo>
                  <a:pt x="1931416" y="1297051"/>
                </a:lnTo>
                <a:lnTo>
                  <a:pt x="1934337" y="1297051"/>
                </a:lnTo>
                <a:lnTo>
                  <a:pt x="1934337" y="1311910"/>
                </a:lnTo>
                <a:lnTo>
                  <a:pt x="1938909" y="1311910"/>
                </a:lnTo>
                <a:lnTo>
                  <a:pt x="1938909" y="1311910"/>
                </a:lnTo>
                <a:lnTo>
                  <a:pt x="1946529" y="1311910"/>
                </a:lnTo>
                <a:lnTo>
                  <a:pt x="1946529" y="1327531"/>
                </a:lnTo>
                <a:lnTo>
                  <a:pt x="1958086" y="1327531"/>
                </a:lnTo>
                <a:lnTo>
                  <a:pt x="1958086" y="1343152"/>
                </a:lnTo>
                <a:lnTo>
                  <a:pt x="2005330" y="1343152"/>
                </a:lnTo>
                <a:lnTo>
                  <a:pt x="2005330" y="1358646"/>
                </a:lnTo>
                <a:lnTo>
                  <a:pt x="2014347" y="1358646"/>
                </a:lnTo>
                <a:lnTo>
                  <a:pt x="2014347" y="1374267"/>
                </a:lnTo>
                <a:lnTo>
                  <a:pt x="2071751" y="1374267"/>
                </a:lnTo>
                <a:lnTo>
                  <a:pt x="2071751" y="1389888"/>
                </a:lnTo>
                <a:lnTo>
                  <a:pt x="2088388" y="1389888"/>
                </a:lnTo>
                <a:lnTo>
                  <a:pt x="2088388" y="1389888"/>
                </a:lnTo>
                <a:lnTo>
                  <a:pt x="2129536" y="1389888"/>
                </a:lnTo>
                <a:lnTo>
                  <a:pt x="2129536" y="1389888"/>
                </a:lnTo>
                <a:lnTo>
                  <a:pt x="2139696" y="1389888"/>
                </a:lnTo>
                <a:lnTo>
                  <a:pt x="2139696" y="1407668"/>
                </a:lnTo>
                <a:lnTo>
                  <a:pt x="2275459" y="1407668"/>
                </a:lnTo>
                <a:lnTo>
                  <a:pt x="2275459" y="1407668"/>
                </a:lnTo>
                <a:lnTo>
                  <a:pt x="2438527" y="1407668"/>
                </a:lnTo>
                <a:lnTo>
                  <a:pt x="2438527" y="1407668"/>
                </a:lnTo>
                <a:lnTo>
                  <a:pt x="2514473" y="1407668"/>
                </a:lnTo>
                <a:lnTo>
                  <a:pt x="2514473" y="1430782"/>
                </a:lnTo>
                <a:lnTo>
                  <a:pt x="2531618" y="1430782"/>
                </a:lnTo>
                <a:lnTo>
                  <a:pt x="2531618" y="1454023"/>
                </a:lnTo>
                <a:lnTo>
                  <a:pt x="2796159" y="1454023"/>
                </a:lnTo>
                <a:lnTo>
                  <a:pt x="2796159" y="1477137"/>
                </a:lnTo>
                <a:lnTo>
                  <a:pt x="2823337" y="1477137"/>
                </a:lnTo>
                <a:lnTo>
                  <a:pt x="2823337" y="1477137"/>
                </a:lnTo>
                <a:lnTo>
                  <a:pt x="2890774" y="1477137"/>
                </a:lnTo>
                <a:lnTo>
                  <a:pt x="2890774" y="1504061"/>
                </a:lnTo>
                <a:lnTo>
                  <a:pt x="3018536" y="1504061"/>
                </a:lnTo>
                <a:lnTo>
                  <a:pt x="3018536" y="1504061"/>
                </a:lnTo>
              </a:path>
            </a:pathLst>
          </a:custGeom>
          <a:noFill xmlns:a="http://schemas.openxmlformats.org/drawingml/2006/main"/>
          <a:ln xmlns:a="http://schemas.openxmlformats.org/drawingml/2006/main" w="27051" cap="rnd">
            <a:solidFill>
              <a:srgbClr val="D55E00"/>
            </a:solidFill>
            <a:prstDash val="solid"/>
            <a:round/>
          </a:ln>
        </p:spPr>
      </p:sp>
      <p:sp>
        <p:nvSpPr>
          <p:cNvPr id="194" name="element_0194_polygon">
            <a:extLst xmlns:a="http://schemas.openxmlformats.org/drawingml/2006/main">
              <a:ext uri="{FF2B5EF4-FFF2-40B4-BE49-F238E27FC236}">
                <a16:creationId xmlns:a16="http://schemas.microsoft.com/office/drawing/2014/main" id="{C98F1EFD-A4A2-4462-AD1F-E54734363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664464"/>
            <a:ext cx="3018536" cy="1064260"/>
          </a:xfrm>
          <a:custGeom xmlns:a="http://schemas.openxmlformats.org/drawingml/2006/main">
            <a:pathLst>
              <a:path w="3018536" h="1064260">
                <a:moveTo>
                  <a:pt x="0" y="0"/>
                </a:moveTo>
                <a:lnTo>
                  <a:pt x="15621" y="0"/>
                </a:lnTo>
                <a:lnTo>
                  <a:pt x="15621" y="0"/>
                </a:lnTo>
                <a:lnTo>
                  <a:pt x="57277" y="0"/>
                </a:lnTo>
                <a:lnTo>
                  <a:pt x="57277" y="0"/>
                </a:lnTo>
                <a:lnTo>
                  <a:pt x="59817" y="0"/>
                </a:lnTo>
                <a:lnTo>
                  <a:pt x="59817" y="0"/>
                </a:lnTo>
                <a:lnTo>
                  <a:pt x="66929" y="0"/>
                </a:lnTo>
                <a:lnTo>
                  <a:pt x="66929" y="381"/>
                </a:lnTo>
                <a:lnTo>
                  <a:pt x="111633" y="381"/>
                </a:lnTo>
                <a:lnTo>
                  <a:pt x="111633" y="3175"/>
                </a:lnTo>
                <a:lnTo>
                  <a:pt x="143891" y="3175"/>
                </a:lnTo>
                <a:lnTo>
                  <a:pt x="143891" y="6096"/>
                </a:lnTo>
                <a:lnTo>
                  <a:pt x="161417" y="6096"/>
                </a:lnTo>
                <a:lnTo>
                  <a:pt x="161417" y="9144"/>
                </a:lnTo>
                <a:lnTo>
                  <a:pt x="162941" y="9144"/>
                </a:lnTo>
                <a:lnTo>
                  <a:pt x="162941" y="12446"/>
                </a:lnTo>
                <a:lnTo>
                  <a:pt x="169545" y="12446"/>
                </a:lnTo>
                <a:lnTo>
                  <a:pt x="169545" y="15748"/>
                </a:lnTo>
                <a:lnTo>
                  <a:pt x="236982" y="15748"/>
                </a:lnTo>
                <a:lnTo>
                  <a:pt x="236982" y="19177"/>
                </a:lnTo>
                <a:lnTo>
                  <a:pt x="241935" y="19177"/>
                </a:lnTo>
                <a:lnTo>
                  <a:pt x="241935" y="22733"/>
                </a:lnTo>
                <a:lnTo>
                  <a:pt x="256032" y="22733"/>
                </a:lnTo>
                <a:lnTo>
                  <a:pt x="256032" y="26289"/>
                </a:lnTo>
                <a:lnTo>
                  <a:pt x="277241" y="26289"/>
                </a:lnTo>
                <a:lnTo>
                  <a:pt x="277241" y="29972"/>
                </a:lnTo>
                <a:lnTo>
                  <a:pt x="282702" y="29972"/>
                </a:lnTo>
                <a:lnTo>
                  <a:pt x="282702" y="33655"/>
                </a:lnTo>
                <a:lnTo>
                  <a:pt x="296799" y="33655"/>
                </a:lnTo>
                <a:lnTo>
                  <a:pt x="296799" y="37465"/>
                </a:lnTo>
                <a:lnTo>
                  <a:pt x="300863" y="37465"/>
                </a:lnTo>
                <a:lnTo>
                  <a:pt x="300863" y="41275"/>
                </a:lnTo>
                <a:lnTo>
                  <a:pt x="321945" y="41275"/>
                </a:lnTo>
                <a:lnTo>
                  <a:pt x="321945" y="45085"/>
                </a:lnTo>
                <a:lnTo>
                  <a:pt x="365252" y="45085"/>
                </a:lnTo>
                <a:lnTo>
                  <a:pt x="365252" y="49022"/>
                </a:lnTo>
                <a:lnTo>
                  <a:pt x="370713" y="49022"/>
                </a:lnTo>
                <a:lnTo>
                  <a:pt x="370713" y="52959"/>
                </a:lnTo>
                <a:lnTo>
                  <a:pt x="373253" y="52959"/>
                </a:lnTo>
                <a:lnTo>
                  <a:pt x="373253" y="56896"/>
                </a:lnTo>
                <a:lnTo>
                  <a:pt x="385318" y="56896"/>
                </a:lnTo>
                <a:lnTo>
                  <a:pt x="385318" y="60960"/>
                </a:lnTo>
                <a:lnTo>
                  <a:pt x="390398" y="60960"/>
                </a:lnTo>
                <a:lnTo>
                  <a:pt x="390398" y="64897"/>
                </a:lnTo>
                <a:lnTo>
                  <a:pt x="407543" y="64897"/>
                </a:lnTo>
                <a:lnTo>
                  <a:pt x="407543" y="68961"/>
                </a:lnTo>
                <a:lnTo>
                  <a:pt x="423037" y="68961"/>
                </a:lnTo>
                <a:lnTo>
                  <a:pt x="423037" y="73025"/>
                </a:lnTo>
                <a:lnTo>
                  <a:pt x="428117" y="73025"/>
                </a:lnTo>
                <a:lnTo>
                  <a:pt x="428117" y="77089"/>
                </a:lnTo>
                <a:lnTo>
                  <a:pt x="429641" y="77089"/>
                </a:lnTo>
                <a:lnTo>
                  <a:pt x="429641" y="81280"/>
                </a:lnTo>
                <a:lnTo>
                  <a:pt x="452755" y="81280"/>
                </a:lnTo>
                <a:lnTo>
                  <a:pt x="452755" y="85344"/>
                </a:lnTo>
                <a:lnTo>
                  <a:pt x="454787" y="85344"/>
                </a:lnTo>
                <a:lnTo>
                  <a:pt x="454787" y="89535"/>
                </a:lnTo>
                <a:lnTo>
                  <a:pt x="456819" y="89535"/>
                </a:lnTo>
                <a:lnTo>
                  <a:pt x="456819" y="93726"/>
                </a:lnTo>
                <a:lnTo>
                  <a:pt x="457835" y="93726"/>
                </a:lnTo>
                <a:lnTo>
                  <a:pt x="457835" y="97917"/>
                </a:lnTo>
                <a:lnTo>
                  <a:pt x="497078" y="97917"/>
                </a:lnTo>
                <a:lnTo>
                  <a:pt x="497078" y="102108"/>
                </a:lnTo>
                <a:lnTo>
                  <a:pt x="498094" y="102108"/>
                </a:lnTo>
                <a:lnTo>
                  <a:pt x="498094" y="106299"/>
                </a:lnTo>
                <a:lnTo>
                  <a:pt x="514604" y="106299"/>
                </a:lnTo>
                <a:lnTo>
                  <a:pt x="514604" y="110617"/>
                </a:lnTo>
                <a:lnTo>
                  <a:pt x="526669" y="110617"/>
                </a:lnTo>
                <a:lnTo>
                  <a:pt x="526669" y="114808"/>
                </a:lnTo>
                <a:lnTo>
                  <a:pt x="550418" y="114808"/>
                </a:lnTo>
                <a:lnTo>
                  <a:pt x="550418" y="119126"/>
                </a:lnTo>
                <a:lnTo>
                  <a:pt x="590169" y="119126"/>
                </a:lnTo>
                <a:lnTo>
                  <a:pt x="590169" y="123444"/>
                </a:lnTo>
                <a:lnTo>
                  <a:pt x="591185" y="123444"/>
                </a:lnTo>
                <a:lnTo>
                  <a:pt x="591185" y="127762"/>
                </a:lnTo>
                <a:lnTo>
                  <a:pt x="600710" y="127762"/>
                </a:lnTo>
                <a:lnTo>
                  <a:pt x="600710" y="131953"/>
                </a:lnTo>
                <a:lnTo>
                  <a:pt x="603250" y="131953"/>
                </a:lnTo>
                <a:lnTo>
                  <a:pt x="603250" y="136398"/>
                </a:lnTo>
                <a:lnTo>
                  <a:pt x="614299" y="136398"/>
                </a:lnTo>
                <a:lnTo>
                  <a:pt x="614299" y="140716"/>
                </a:lnTo>
                <a:lnTo>
                  <a:pt x="616839" y="140716"/>
                </a:lnTo>
                <a:lnTo>
                  <a:pt x="616839" y="145034"/>
                </a:lnTo>
                <a:lnTo>
                  <a:pt x="626364" y="145034"/>
                </a:lnTo>
                <a:lnTo>
                  <a:pt x="626364" y="149352"/>
                </a:lnTo>
                <a:lnTo>
                  <a:pt x="690245" y="149352"/>
                </a:lnTo>
                <a:lnTo>
                  <a:pt x="690245" y="153797"/>
                </a:lnTo>
                <a:lnTo>
                  <a:pt x="690753" y="153797"/>
                </a:lnTo>
                <a:lnTo>
                  <a:pt x="690753" y="158115"/>
                </a:lnTo>
                <a:lnTo>
                  <a:pt x="722376" y="158115"/>
                </a:lnTo>
                <a:lnTo>
                  <a:pt x="722376" y="162560"/>
                </a:lnTo>
                <a:lnTo>
                  <a:pt x="740537" y="162560"/>
                </a:lnTo>
                <a:lnTo>
                  <a:pt x="740537" y="166878"/>
                </a:lnTo>
                <a:lnTo>
                  <a:pt x="758698" y="166878"/>
                </a:lnTo>
                <a:lnTo>
                  <a:pt x="758698" y="171323"/>
                </a:lnTo>
                <a:lnTo>
                  <a:pt x="775716" y="171323"/>
                </a:lnTo>
                <a:lnTo>
                  <a:pt x="775716" y="175768"/>
                </a:lnTo>
                <a:lnTo>
                  <a:pt x="777240" y="175768"/>
                </a:lnTo>
                <a:lnTo>
                  <a:pt x="777240" y="180213"/>
                </a:lnTo>
                <a:lnTo>
                  <a:pt x="777748" y="180213"/>
                </a:lnTo>
                <a:lnTo>
                  <a:pt x="777748" y="184658"/>
                </a:lnTo>
                <a:lnTo>
                  <a:pt x="787273" y="184658"/>
                </a:lnTo>
                <a:lnTo>
                  <a:pt x="787273" y="189103"/>
                </a:lnTo>
                <a:lnTo>
                  <a:pt x="800354" y="189103"/>
                </a:lnTo>
                <a:lnTo>
                  <a:pt x="800354" y="193548"/>
                </a:lnTo>
                <a:lnTo>
                  <a:pt x="804926" y="193548"/>
                </a:lnTo>
                <a:lnTo>
                  <a:pt x="804926" y="197993"/>
                </a:lnTo>
                <a:lnTo>
                  <a:pt x="824611" y="197993"/>
                </a:lnTo>
                <a:lnTo>
                  <a:pt x="824611" y="202438"/>
                </a:lnTo>
                <a:lnTo>
                  <a:pt x="825627" y="202438"/>
                </a:lnTo>
                <a:lnTo>
                  <a:pt x="825627" y="207010"/>
                </a:lnTo>
                <a:lnTo>
                  <a:pt x="829056" y="207010"/>
                </a:lnTo>
                <a:lnTo>
                  <a:pt x="829056" y="211455"/>
                </a:lnTo>
                <a:lnTo>
                  <a:pt x="836676" y="211455"/>
                </a:lnTo>
                <a:lnTo>
                  <a:pt x="836676" y="215900"/>
                </a:lnTo>
                <a:lnTo>
                  <a:pt x="892937" y="215900"/>
                </a:lnTo>
                <a:lnTo>
                  <a:pt x="892937" y="220472"/>
                </a:lnTo>
                <a:lnTo>
                  <a:pt x="894461" y="220472"/>
                </a:lnTo>
                <a:lnTo>
                  <a:pt x="894461" y="224917"/>
                </a:lnTo>
                <a:lnTo>
                  <a:pt x="913638" y="224917"/>
                </a:lnTo>
                <a:lnTo>
                  <a:pt x="913638" y="229489"/>
                </a:lnTo>
                <a:lnTo>
                  <a:pt x="926211" y="229489"/>
                </a:lnTo>
                <a:lnTo>
                  <a:pt x="926211" y="229489"/>
                </a:lnTo>
                <a:lnTo>
                  <a:pt x="932180" y="229489"/>
                </a:lnTo>
                <a:lnTo>
                  <a:pt x="932180" y="229489"/>
                </a:lnTo>
                <a:lnTo>
                  <a:pt x="937260" y="229489"/>
                </a:lnTo>
                <a:lnTo>
                  <a:pt x="937260" y="229489"/>
                </a:lnTo>
                <a:lnTo>
                  <a:pt x="946785" y="229489"/>
                </a:lnTo>
                <a:lnTo>
                  <a:pt x="946785" y="229489"/>
                </a:lnTo>
                <a:lnTo>
                  <a:pt x="960882" y="229489"/>
                </a:lnTo>
                <a:lnTo>
                  <a:pt x="960882" y="229489"/>
                </a:lnTo>
                <a:lnTo>
                  <a:pt x="962406" y="229489"/>
                </a:lnTo>
                <a:lnTo>
                  <a:pt x="962406" y="229489"/>
                </a:lnTo>
                <a:lnTo>
                  <a:pt x="970407" y="229489"/>
                </a:lnTo>
                <a:lnTo>
                  <a:pt x="970407" y="234061"/>
                </a:lnTo>
                <a:lnTo>
                  <a:pt x="979551" y="234061"/>
                </a:lnTo>
                <a:lnTo>
                  <a:pt x="979551" y="238760"/>
                </a:lnTo>
                <a:lnTo>
                  <a:pt x="983488" y="238760"/>
                </a:lnTo>
                <a:lnTo>
                  <a:pt x="983488" y="238760"/>
                </a:lnTo>
                <a:lnTo>
                  <a:pt x="996061" y="238760"/>
                </a:lnTo>
                <a:lnTo>
                  <a:pt x="996061" y="238760"/>
                </a:lnTo>
                <a:lnTo>
                  <a:pt x="1000125" y="238760"/>
                </a:lnTo>
                <a:lnTo>
                  <a:pt x="1000125" y="238760"/>
                </a:lnTo>
                <a:lnTo>
                  <a:pt x="1001141" y="238760"/>
                </a:lnTo>
                <a:lnTo>
                  <a:pt x="1001141" y="238760"/>
                </a:lnTo>
                <a:lnTo>
                  <a:pt x="1014222" y="238760"/>
                </a:lnTo>
                <a:lnTo>
                  <a:pt x="1014222" y="238760"/>
                </a:lnTo>
                <a:lnTo>
                  <a:pt x="1015746" y="238760"/>
                </a:lnTo>
                <a:lnTo>
                  <a:pt x="1015746" y="238760"/>
                </a:lnTo>
                <a:lnTo>
                  <a:pt x="1018794" y="238760"/>
                </a:lnTo>
                <a:lnTo>
                  <a:pt x="1018794" y="238760"/>
                </a:lnTo>
                <a:lnTo>
                  <a:pt x="1021334" y="238760"/>
                </a:lnTo>
                <a:lnTo>
                  <a:pt x="1021334" y="243459"/>
                </a:lnTo>
                <a:lnTo>
                  <a:pt x="1024255" y="243459"/>
                </a:lnTo>
                <a:lnTo>
                  <a:pt x="1024255" y="248158"/>
                </a:lnTo>
                <a:lnTo>
                  <a:pt x="1035812" y="248158"/>
                </a:lnTo>
                <a:lnTo>
                  <a:pt x="1035812" y="248158"/>
                </a:lnTo>
                <a:lnTo>
                  <a:pt x="1041908" y="248158"/>
                </a:lnTo>
                <a:lnTo>
                  <a:pt x="1041908" y="248158"/>
                </a:lnTo>
                <a:lnTo>
                  <a:pt x="1044448" y="248158"/>
                </a:lnTo>
                <a:lnTo>
                  <a:pt x="1044448" y="248158"/>
                </a:lnTo>
                <a:lnTo>
                  <a:pt x="1045464" y="248158"/>
                </a:lnTo>
                <a:lnTo>
                  <a:pt x="1045464" y="248158"/>
                </a:lnTo>
                <a:lnTo>
                  <a:pt x="1048893" y="248158"/>
                </a:lnTo>
                <a:lnTo>
                  <a:pt x="1048893" y="248158"/>
                </a:lnTo>
                <a:lnTo>
                  <a:pt x="1052957" y="248158"/>
                </a:lnTo>
                <a:lnTo>
                  <a:pt x="1052957" y="252984"/>
                </a:lnTo>
                <a:lnTo>
                  <a:pt x="1056005" y="252984"/>
                </a:lnTo>
                <a:lnTo>
                  <a:pt x="1056005" y="257937"/>
                </a:lnTo>
                <a:lnTo>
                  <a:pt x="1058545" y="257937"/>
                </a:lnTo>
                <a:lnTo>
                  <a:pt x="1058545" y="262763"/>
                </a:lnTo>
                <a:lnTo>
                  <a:pt x="1064514" y="262763"/>
                </a:lnTo>
                <a:lnTo>
                  <a:pt x="1064514" y="267589"/>
                </a:lnTo>
                <a:lnTo>
                  <a:pt x="1074039" y="267589"/>
                </a:lnTo>
                <a:lnTo>
                  <a:pt x="1074039" y="272415"/>
                </a:lnTo>
                <a:lnTo>
                  <a:pt x="1082167" y="272415"/>
                </a:lnTo>
                <a:lnTo>
                  <a:pt x="1082167" y="272415"/>
                </a:lnTo>
                <a:lnTo>
                  <a:pt x="1084199" y="272415"/>
                </a:lnTo>
                <a:lnTo>
                  <a:pt x="1084199" y="277368"/>
                </a:lnTo>
                <a:lnTo>
                  <a:pt x="1092200" y="277368"/>
                </a:lnTo>
                <a:lnTo>
                  <a:pt x="1092200" y="277368"/>
                </a:lnTo>
                <a:lnTo>
                  <a:pt x="1097788" y="277368"/>
                </a:lnTo>
                <a:lnTo>
                  <a:pt x="1097788" y="282321"/>
                </a:lnTo>
                <a:lnTo>
                  <a:pt x="1100709" y="282321"/>
                </a:lnTo>
                <a:lnTo>
                  <a:pt x="1100709" y="282321"/>
                </a:lnTo>
                <a:lnTo>
                  <a:pt x="1116330" y="282321"/>
                </a:lnTo>
                <a:lnTo>
                  <a:pt x="1116330" y="282321"/>
                </a:lnTo>
                <a:lnTo>
                  <a:pt x="1119378" y="282321"/>
                </a:lnTo>
                <a:lnTo>
                  <a:pt x="1119378" y="282321"/>
                </a:lnTo>
                <a:lnTo>
                  <a:pt x="1125855" y="282321"/>
                </a:lnTo>
                <a:lnTo>
                  <a:pt x="1125855" y="282321"/>
                </a:lnTo>
                <a:lnTo>
                  <a:pt x="1136523" y="282321"/>
                </a:lnTo>
                <a:lnTo>
                  <a:pt x="1136523" y="287274"/>
                </a:lnTo>
                <a:lnTo>
                  <a:pt x="1140968" y="287274"/>
                </a:lnTo>
                <a:lnTo>
                  <a:pt x="1140968" y="292227"/>
                </a:lnTo>
                <a:lnTo>
                  <a:pt x="1141476" y="292227"/>
                </a:lnTo>
                <a:lnTo>
                  <a:pt x="1141476" y="297307"/>
                </a:lnTo>
                <a:lnTo>
                  <a:pt x="1148080" y="297307"/>
                </a:lnTo>
                <a:lnTo>
                  <a:pt x="1148080" y="302260"/>
                </a:lnTo>
                <a:lnTo>
                  <a:pt x="1151636" y="302260"/>
                </a:lnTo>
                <a:lnTo>
                  <a:pt x="1151636" y="307340"/>
                </a:lnTo>
                <a:lnTo>
                  <a:pt x="1164717" y="307340"/>
                </a:lnTo>
                <a:lnTo>
                  <a:pt x="1164717" y="307340"/>
                </a:lnTo>
                <a:lnTo>
                  <a:pt x="1166114" y="307340"/>
                </a:lnTo>
                <a:lnTo>
                  <a:pt x="1166114" y="312420"/>
                </a:lnTo>
                <a:lnTo>
                  <a:pt x="1167638" y="312420"/>
                </a:lnTo>
                <a:lnTo>
                  <a:pt x="1167638" y="312420"/>
                </a:lnTo>
                <a:lnTo>
                  <a:pt x="1175258" y="312420"/>
                </a:lnTo>
                <a:lnTo>
                  <a:pt x="1175258" y="312420"/>
                </a:lnTo>
                <a:lnTo>
                  <a:pt x="1178179" y="312420"/>
                </a:lnTo>
                <a:lnTo>
                  <a:pt x="1178179" y="312420"/>
                </a:lnTo>
                <a:lnTo>
                  <a:pt x="1183259" y="312420"/>
                </a:lnTo>
                <a:lnTo>
                  <a:pt x="1183259" y="312420"/>
                </a:lnTo>
                <a:lnTo>
                  <a:pt x="1192276" y="312420"/>
                </a:lnTo>
                <a:lnTo>
                  <a:pt x="1192276" y="317500"/>
                </a:lnTo>
                <a:lnTo>
                  <a:pt x="1200404" y="317500"/>
                </a:lnTo>
                <a:lnTo>
                  <a:pt x="1200404" y="317500"/>
                </a:lnTo>
                <a:lnTo>
                  <a:pt x="1204341" y="317500"/>
                </a:lnTo>
                <a:lnTo>
                  <a:pt x="1204341" y="322707"/>
                </a:lnTo>
                <a:lnTo>
                  <a:pt x="1221486" y="322707"/>
                </a:lnTo>
                <a:lnTo>
                  <a:pt x="1221486" y="322707"/>
                </a:lnTo>
                <a:lnTo>
                  <a:pt x="1225042" y="322707"/>
                </a:lnTo>
                <a:lnTo>
                  <a:pt x="1225042" y="327914"/>
                </a:lnTo>
                <a:lnTo>
                  <a:pt x="1226566" y="327914"/>
                </a:lnTo>
                <a:lnTo>
                  <a:pt x="1226566" y="333121"/>
                </a:lnTo>
                <a:lnTo>
                  <a:pt x="1229995" y="333121"/>
                </a:lnTo>
                <a:lnTo>
                  <a:pt x="1229995" y="333121"/>
                </a:lnTo>
                <a:lnTo>
                  <a:pt x="1231519" y="333121"/>
                </a:lnTo>
                <a:lnTo>
                  <a:pt x="1231519" y="333121"/>
                </a:lnTo>
                <a:lnTo>
                  <a:pt x="1237107" y="333121"/>
                </a:lnTo>
                <a:lnTo>
                  <a:pt x="1237107" y="333121"/>
                </a:lnTo>
                <a:lnTo>
                  <a:pt x="1240663" y="333121"/>
                </a:lnTo>
                <a:lnTo>
                  <a:pt x="1240663" y="338455"/>
                </a:lnTo>
                <a:lnTo>
                  <a:pt x="1245108" y="338455"/>
                </a:lnTo>
                <a:lnTo>
                  <a:pt x="1245108" y="343789"/>
                </a:lnTo>
                <a:lnTo>
                  <a:pt x="1249680" y="343789"/>
                </a:lnTo>
                <a:lnTo>
                  <a:pt x="1249680" y="343789"/>
                </a:lnTo>
                <a:lnTo>
                  <a:pt x="1257173" y="343789"/>
                </a:lnTo>
                <a:lnTo>
                  <a:pt x="1257173" y="349123"/>
                </a:lnTo>
                <a:lnTo>
                  <a:pt x="1259713" y="349123"/>
                </a:lnTo>
                <a:lnTo>
                  <a:pt x="1259713" y="349123"/>
                </a:lnTo>
                <a:lnTo>
                  <a:pt x="1265809" y="349123"/>
                </a:lnTo>
                <a:lnTo>
                  <a:pt x="1265809" y="354457"/>
                </a:lnTo>
                <a:lnTo>
                  <a:pt x="1275842" y="354457"/>
                </a:lnTo>
                <a:lnTo>
                  <a:pt x="1275842" y="359791"/>
                </a:lnTo>
                <a:lnTo>
                  <a:pt x="1291971" y="359791"/>
                </a:lnTo>
                <a:lnTo>
                  <a:pt x="1291971" y="359791"/>
                </a:lnTo>
                <a:lnTo>
                  <a:pt x="1303020" y="359791"/>
                </a:lnTo>
                <a:lnTo>
                  <a:pt x="1303020" y="365252"/>
                </a:lnTo>
                <a:lnTo>
                  <a:pt x="1303528" y="365252"/>
                </a:lnTo>
                <a:lnTo>
                  <a:pt x="1303528" y="370586"/>
                </a:lnTo>
                <a:lnTo>
                  <a:pt x="1308989" y="370586"/>
                </a:lnTo>
                <a:lnTo>
                  <a:pt x="1308989" y="370586"/>
                </a:lnTo>
                <a:lnTo>
                  <a:pt x="1312545" y="370586"/>
                </a:lnTo>
                <a:lnTo>
                  <a:pt x="1312545" y="370586"/>
                </a:lnTo>
                <a:lnTo>
                  <a:pt x="1314069" y="370586"/>
                </a:lnTo>
                <a:lnTo>
                  <a:pt x="1314069" y="370586"/>
                </a:lnTo>
                <a:lnTo>
                  <a:pt x="1316609" y="370586"/>
                </a:lnTo>
                <a:lnTo>
                  <a:pt x="1316609" y="376047"/>
                </a:lnTo>
                <a:lnTo>
                  <a:pt x="1328166" y="376047"/>
                </a:lnTo>
                <a:lnTo>
                  <a:pt x="1328166" y="376047"/>
                </a:lnTo>
                <a:lnTo>
                  <a:pt x="1331214" y="376047"/>
                </a:lnTo>
                <a:lnTo>
                  <a:pt x="1331214" y="381635"/>
                </a:lnTo>
                <a:lnTo>
                  <a:pt x="1339723" y="381635"/>
                </a:lnTo>
                <a:lnTo>
                  <a:pt x="1339723" y="381635"/>
                </a:lnTo>
                <a:lnTo>
                  <a:pt x="1343787" y="381635"/>
                </a:lnTo>
                <a:lnTo>
                  <a:pt x="1343787" y="387096"/>
                </a:lnTo>
                <a:lnTo>
                  <a:pt x="1345311" y="387096"/>
                </a:lnTo>
                <a:lnTo>
                  <a:pt x="1345311" y="387096"/>
                </a:lnTo>
                <a:lnTo>
                  <a:pt x="1348232" y="387096"/>
                </a:lnTo>
                <a:lnTo>
                  <a:pt x="1348232" y="387096"/>
                </a:lnTo>
                <a:lnTo>
                  <a:pt x="1348740" y="387096"/>
                </a:lnTo>
                <a:lnTo>
                  <a:pt x="1348740" y="392684"/>
                </a:lnTo>
                <a:lnTo>
                  <a:pt x="1375918" y="392684"/>
                </a:lnTo>
                <a:lnTo>
                  <a:pt x="1375918" y="398399"/>
                </a:lnTo>
                <a:lnTo>
                  <a:pt x="1379982" y="398399"/>
                </a:lnTo>
                <a:lnTo>
                  <a:pt x="1379982" y="398399"/>
                </a:lnTo>
                <a:lnTo>
                  <a:pt x="1384046" y="398399"/>
                </a:lnTo>
                <a:lnTo>
                  <a:pt x="1384046" y="398399"/>
                </a:lnTo>
                <a:lnTo>
                  <a:pt x="1392555" y="398399"/>
                </a:lnTo>
                <a:lnTo>
                  <a:pt x="1392555" y="398399"/>
                </a:lnTo>
                <a:lnTo>
                  <a:pt x="1405636" y="398399"/>
                </a:lnTo>
                <a:lnTo>
                  <a:pt x="1405636" y="404114"/>
                </a:lnTo>
                <a:lnTo>
                  <a:pt x="1406652" y="404114"/>
                </a:lnTo>
                <a:lnTo>
                  <a:pt x="1406652" y="409829"/>
                </a:lnTo>
                <a:lnTo>
                  <a:pt x="1408176" y="409829"/>
                </a:lnTo>
                <a:lnTo>
                  <a:pt x="1408176" y="415544"/>
                </a:lnTo>
                <a:lnTo>
                  <a:pt x="1411224" y="415544"/>
                </a:lnTo>
                <a:lnTo>
                  <a:pt x="1411224" y="421259"/>
                </a:lnTo>
                <a:lnTo>
                  <a:pt x="1420241" y="421259"/>
                </a:lnTo>
                <a:lnTo>
                  <a:pt x="1420241" y="421259"/>
                </a:lnTo>
                <a:lnTo>
                  <a:pt x="1422781" y="421259"/>
                </a:lnTo>
                <a:lnTo>
                  <a:pt x="1422781" y="427101"/>
                </a:lnTo>
                <a:lnTo>
                  <a:pt x="1424813" y="427101"/>
                </a:lnTo>
                <a:lnTo>
                  <a:pt x="1424813" y="427101"/>
                </a:lnTo>
                <a:lnTo>
                  <a:pt x="1443355" y="427101"/>
                </a:lnTo>
                <a:lnTo>
                  <a:pt x="1443355" y="432943"/>
                </a:lnTo>
                <a:lnTo>
                  <a:pt x="1447419" y="432943"/>
                </a:lnTo>
                <a:lnTo>
                  <a:pt x="1447419" y="438785"/>
                </a:lnTo>
                <a:lnTo>
                  <a:pt x="1458976" y="438785"/>
                </a:lnTo>
                <a:lnTo>
                  <a:pt x="1458976" y="438785"/>
                </a:lnTo>
                <a:lnTo>
                  <a:pt x="1461008" y="438785"/>
                </a:lnTo>
                <a:lnTo>
                  <a:pt x="1461008" y="438785"/>
                </a:lnTo>
                <a:lnTo>
                  <a:pt x="1462024" y="438785"/>
                </a:lnTo>
                <a:lnTo>
                  <a:pt x="1462024" y="444627"/>
                </a:lnTo>
                <a:lnTo>
                  <a:pt x="1507744" y="444627"/>
                </a:lnTo>
                <a:lnTo>
                  <a:pt x="1507744" y="450596"/>
                </a:lnTo>
                <a:lnTo>
                  <a:pt x="1521333" y="450596"/>
                </a:lnTo>
                <a:lnTo>
                  <a:pt x="1521333" y="456438"/>
                </a:lnTo>
                <a:lnTo>
                  <a:pt x="1530858" y="456438"/>
                </a:lnTo>
                <a:lnTo>
                  <a:pt x="1530858" y="456438"/>
                </a:lnTo>
                <a:lnTo>
                  <a:pt x="1534922" y="456438"/>
                </a:lnTo>
                <a:lnTo>
                  <a:pt x="1534922" y="462407"/>
                </a:lnTo>
                <a:lnTo>
                  <a:pt x="1539494" y="462407"/>
                </a:lnTo>
                <a:lnTo>
                  <a:pt x="1539494" y="462407"/>
                </a:lnTo>
                <a:lnTo>
                  <a:pt x="1540002" y="462407"/>
                </a:lnTo>
                <a:lnTo>
                  <a:pt x="1540002" y="468376"/>
                </a:lnTo>
                <a:lnTo>
                  <a:pt x="1545463" y="468376"/>
                </a:lnTo>
                <a:lnTo>
                  <a:pt x="1545463" y="468376"/>
                </a:lnTo>
                <a:lnTo>
                  <a:pt x="1546479" y="468376"/>
                </a:lnTo>
                <a:lnTo>
                  <a:pt x="1546479" y="468376"/>
                </a:lnTo>
                <a:lnTo>
                  <a:pt x="1557020" y="468376"/>
                </a:lnTo>
                <a:lnTo>
                  <a:pt x="1557020" y="474472"/>
                </a:lnTo>
                <a:lnTo>
                  <a:pt x="1560576" y="474472"/>
                </a:lnTo>
                <a:lnTo>
                  <a:pt x="1560576" y="480568"/>
                </a:lnTo>
                <a:lnTo>
                  <a:pt x="1565656" y="480568"/>
                </a:lnTo>
                <a:lnTo>
                  <a:pt x="1565656" y="486537"/>
                </a:lnTo>
                <a:lnTo>
                  <a:pt x="1575689" y="486537"/>
                </a:lnTo>
                <a:lnTo>
                  <a:pt x="1575689" y="486537"/>
                </a:lnTo>
                <a:lnTo>
                  <a:pt x="1585214" y="486537"/>
                </a:lnTo>
                <a:lnTo>
                  <a:pt x="1585214" y="492760"/>
                </a:lnTo>
                <a:lnTo>
                  <a:pt x="1604899" y="492760"/>
                </a:lnTo>
                <a:lnTo>
                  <a:pt x="1604899" y="492760"/>
                </a:lnTo>
                <a:lnTo>
                  <a:pt x="1609852" y="492760"/>
                </a:lnTo>
                <a:lnTo>
                  <a:pt x="1609852" y="492760"/>
                </a:lnTo>
                <a:lnTo>
                  <a:pt x="1612900" y="492760"/>
                </a:lnTo>
                <a:lnTo>
                  <a:pt x="1612900" y="498856"/>
                </a:lnTo>
                <a:lnTo>
                  <a:pt x="1625981" y="498856"/>
                </a:lnTo>
                <a:lnTo>
                  <a:pt x="1625981" y="505079"/>
                </a:lnTo>
                <a:lnTo>
                  <a:pt x="1628013" y="505079"/>
                </a:lnTo>
                <a:lnTo>
                  <a:pt x="1628013" y="517525"/>
                </a:lnTo>
                <a:lnTo>
                  <a:pt x="1631569" y="517525"/>
                </a:lnTo>
                <a:lnTo>
                  <a:pt x="1631569" y="517525"/>
                </a:lnTo>
                <a:lnTo>
                  <a:pt x="1648587" y="517525"/>
                </a:lnTo>
                <a:lnTo>
                  <a:pt x="1648587" y="517525"/>
                </a:lnTo>
                <a:lnTo>
                  <a:pt x="1650111" y="517525"/>
                </a:lnTo>
                <a:lnTo>
                  <a:pt x="1650111" y="517525"/>
                </a:lnTo>
                <a:lnTo>
                  <a:pt x="1663700" y="517525"/>
                </a:lnTo>
                <a:lnTo>
                  <a:pt x="1663700" y="523875"/>
                </a:lnTo>
                <a:lnTo>
                  <a:pt x="1681861" y="523875"/>
                </a:lnTo>
                <a:lnTo>
                  <a:pt x="1681861" y="523875"/>
                </a:lnTo>
                <a:lnTo>
                  <a:pt x="1687322" y="523875"/>
                </a:lnTo>
                <a:lnTo>
                  <a:pt x="1687322" y="523875"/>
                </a:lnTo>
                <a:lnTo>
                  <a:pt x="1696974" y="523875"/>
                </a:lnTo>
                <a:lnTo>
                  <a:pt x="1696974" y="523875"/>
                </a:lnTo>
                <a:lnTo>
                  <a:pt x="1699387" y="523875"/>
                </a:lnTo>
                <a:lnTo>
                  <a:pt x="1699387" y="530352"/>
                </a:lnTo>
                <a:lnTo>
                  <a:pt x="1702943" y="530352"/>
                </a:lnTo>
                <a:lnTo>
                  <a:pt x="1702943" y="530352"/>
                </a:lnTo>
                <a:lnTo>
                  <a:pt x="1712468" y="530352"/>
                </a:lnTo>
                <a:lnTo>
                  <a:pt x="1712468" y="530352"/>
                </a:lnTo>
                <a:lnTo>
                  <a:pt x="1713992" y="530352"/>
                </a:lnTo>
                <a:lnTo>
                  <a:pt x="1713992" y="536829"/>
                </a:lnTo>
                <a:lnTo>
                  <a:pt x="1722120" y="536829"/>
                </a:lnTo>
                <a:lnTo>
                  <a:pt x="1722120" y="536829"/>
                </a:lnTo>
                <a:lnTo>
                  <a:pt x="1725549" y="536829"/>
                </a:lnTo>
                <a:lnTo>
                  <a:pt x="1725549" y="543433"/>
                </a:lnTo>
                <a:lnTo>
                  <a:pt x="1726057" y="543433"/>
                </a:lnTo>
                <a:lnTo>
                  <a:pt x="1726057" y="543433"/>
                </a:lnTo>
                <a:lnTo>
                  <a:pt x="1727581" y="543433"/>
                </a:lnTo>
                <a:lnTo>
                  <a:pt x="1727581" y="550037"/>
                </a:lnTo>
                <a:lnTo>
                  <a:pt x="1732661" y="550037"/>
                </a:lnTo>
                <a:lnTo>
                  <a:pt x="1732661" y="556768"/>
                </a:lnTo>
                <a:lnTo>
                  <a:pt x="1739646" y="556768"/>
                </a:lnTo>
                <a:lnTo>
                  <a:pt x="1739646" y="556768"/>
                </a:lnTo>
                <a:lnTo>
                  <a:pt x="1745742" y="556768"/>
                </a:lnTo>
                <a:lnTo>
                  <a:pt x="1745742" y="556768"/>
                </a:lnTo>
                <a:lnTo>
                  <a:pt x="1746250" y="556768"/>
                </a:lnTo>
                <a:lnTo>
                  <a:pt x="1746250" y="556768"/>
                </a:lnTo>
                <a:lnTo>
                  <a:pt x="1751330" y="556768"/>
                </a:lnTo>
                <a:lnTo>
                  <a:pt x="1751330" y="556768"/>
                </a:lnTo>
                <a:lnTo>
                  <a:pt x="1773428" y="556768"/>
                </a:lnTo>
                <a:lnTo>
                  <a:pt x="1773428" y="556768"/>
                </a:lnTo>
                <a:lnTo>
                  <a:pt x="1777492" y="556768"/>
                </a:lnTo>
                <a:lnTo>
                  <a:pt x="1777492" y="563626"/>
                </a:lnTo>
                <a:lnTo>
                  <a:pt x="1796542" y="563626"/>
                </a:lnTo>
                <a:lnTo>
                  <a:pt x="1796542" y="563626"/>
                </a:lnTo>
                <a:lnTo>
                  <a:pt x="1834769" y="563626"/>
                </a:lnTo>
                <a:lnTo>
                  <a:pt x="1834769" y="563626"/>
                </a:lnTo>
                <a:lnTo>
                  <a:pt x="1840357" y="563626"/>
                </a:lnTo>
                <a:lnTo>
                  <a:pt x="1840357" y="570611"/>
                </a:lnTo>
                <a:lnTo>
                  <a:pt x="1840865" y="570611"/>
                </a:lnTo>
                <a:lnTo>
                  <a:pt x="1840865" y="570611"/>
                </a:lnTo>
                <a:lnTo>
                  <a:pt x="1853438" y="570611"/>
                </a:lnTo>
                <a:lnTo>
                  <a:pt x="1853438" y="570611"/>
                </a:lnTo>
                <a:lnTo>
                  <a:pt x="1864487" y="570611"/>
                </a:lnTo>
                <a:lnTo>
                  <a:pt x="1864487" y="570611"/>
                </a:lnTo>
                <a:lnTo>
                  <a:pt x="1868932" y="570611"/>
                </a:lnTo>
                <a:lnTo>
                  <a:pt x="1868932" y="570611"/>
                </a:lnTo>
                <a:lnTo>
                  <a:pt x="1876044" y="570611"/>
                </a:lnTo>
                <a:lnTo>
                  <a:pt x="1876044" y="577723"/>
                </a:lnTo>
                <a:lnTo>
                  <a:pt x="1882521" y="577723"/>
                </a:lnTo>
                <a:lnTo>
                  <a:pt x="1882521" y="577723"/>
                </a:lnTo>
                <a:lnTo>
                  <a:pt x="1883537" y="577723"/>
                </a:lnTo>
                <a:lnTo>
                  <a:pt x="1883537" y="577723"/>
                </a:lnTo>
                <a:lnTo>
                  <a:pt x="1884045" y="577723"/>
                </a:lnTo>
                <a:lnTo>
                  <a:pt x="1884045" y="577723"/>
                </a:lnTo>
                <a:lnTo>
                  <a:pt x="1886585" y="577723"/>
                </a:lnTo>
                <a:lnTo>
                  <a:pt x="1886585" y="577723"/>
                </a:lnTo>
                <a:lnTo>
                  <a:pt x="1896110" y="577723"/>
                </a:lnTo>
                <a:lnTo>
                  <a:pt x="1896110" y="577723"/>
                </a:lnTo>
                <a:lnTo>
                  <a:pt x="1920367" y="577723"/>
                </a:lnTo>
                <a:lnTo>
                  <a:pt x="1920367" y="585216"/>
                </a:lnTo>
                <a:lnTo>
                  <a:pt x="1932940" y="585216"/>
                </a:lnTo>
                <a:lnTo>
                  <a:pt x="1932940" y="585216"/>
                </a:lnTo>
                <a:lnTo>
                  <a:pt x="1971167" y="585216"/>
                </a:lnTo>
                <a:lnTo>
                  <a:pt x="1971167" y="592709"/>
                </a:lnTo>
                <a:lnTo>
                  <a:pt x="1977644" y="592709"/>
                </a:lnTo>
                <a:lnTo>
                  <a:pt x="1977644" y="600202"/>
                </a:lnTo>
                <a:lnTo>
                  <a:pt x="1981708" y="600202"/>
                </a:lnTo>
                <a:lnTo>
                  <a:pt x="1981708" y="600202"/>
                </a:lnTo>
                <a:lnTo>
                  <a:pt x="1991741" y="600202"/>
                </a:lnTo>
                <a:lnTo>
                  <a:pt x="1991741" y="607822"/>
                </a:lnTo>
                <a:lnTo>
                  <a:pt x="1997329" y="607822"/>
                </a:lnTo>
                <a:lnTo>
                  <a:pt x="1997329" y="607822"/>
                </a:lnTo>
                <a:lnTo>
                  <a:pt x="2022983" y="607822"/>
                </a:lnTo>
                <a:lnTo>
                  <a:pt x="2022983" y="615569"/>
                </a:lnTo>
                <a:lnTo>
                  <a:pt x="2027936" y="615569"/>
                </a:lnTo>
                <a:lnTo>
                  <a:pt x="2027936" y="615569"/>
                </a:lnTo>
                <a:lnTo>
                  <a:pt x="2032000" y="615569"/>
                </a:lnTo>
                <a:lnTo>
                  <a:pt x="2032000" y="615569"/>
                </a:lnTo>
                <a:lnTo>
                  <a:pt x="2037080" y="615569"/>
                </a:lnTo>
                <a:lnTo>
                  <a:pt x="2037080" y="623443"/>
                </a:lnTo>
                <a:lnTo>
                  <a:pt x="2081784" y="623443"/>
                </a:lnTo>
                <a:lnTo>
                  <a:pt x="2081784" y="631317"/>
                </a:lnTo>
                <a:lnTo>
                  <a:pt x="2108962" y="631317"/>
                </a:lnTo>
                <a:lnTo>
                  <a:pt x="2108962" y="639191"/>
                </a:lnTo>
                <a:lnTo>
                  <a:pt x="2115566" y="639191"/>
                </a:lnTo>
                <a:lnTo>
                  <a:pt x="2115566" y="639191"/>
                </a:lnTo>
                <a:lnTo>
                  <a:pt x="2131060" y="639191"/>
                </a:lnTo>
                <a:lnTo>
                  <a:pt x="2131060" y="639191"/>
                </a:lnTo>
                <a:lnTo>
                  <a:pt x="2134616" y="639191"/>
                </a:lnTo>
                <a:lnTo>
                  <a:pt x="2134616" y="639191"/>
                </a:lnTo>
                <a:lnTo>
                  <a:pt x="2139188" y="639191"/>
                </a:lnTo>
                <a:lnTo>
                  <a:pt x="2139188" y="639191"/>
                </a:lnTo>
                <a:lnTo>
                  <a:pt x="2141220" y="639191"/>
                </a:lnTo>
                <a:lnTo>
                  <a:pt x="2141220" y="639191"/>
                </a:lnTo>
                <a:lnTo>
                  <a:pt x="2147189" y="639191"/>
                </a:lnTo>
                <a:lnTo>
                  <a:pt x="2147189" y="639191"/>
                </a:lnTo>
                <a:lnTo>
                  <a:pt x="2163826" y="639191"/>
                </a:lnTo>
                <a:lnTo>
                  <a:pt x="2163826" y="639191"/>
                </a:lnTo>
                <a:lnTo>
                  <a:pt x="2164334" y="639191"/>
                </a:lnTo>
                <a:lnTo>
                  <a:pt x="2164334" y="639191"/>
                </a:lnTo>
                <a:lnTo>
                  <a:pt x="2207641" y="639191"/>
                </a:lnTo>
                <a:lnTo>
                  <a:pt x="2207641" y="647700"/>
                </a:lnTo>
                <a:lnTo>
                  <a:pt x="2225675" y="647700"/>
                </a:lnTo>
                <a:lnTo>
                  <a:pt x="2225675" y="656209"/>
                </a:lnTo>
                <a:lnTo>
                  <a:pt x="2229739" y="656209"/>
                </a:lnTo>
                <a:lnTo>
                  <a:pt x="2229739" y="664718"/>
                </a:lnTo>
                <a:lnTo>
                  <a:pt x="2231263" y="664718"/>
                </a:lnTo>
                <a:lnTo>
                  <a:pt x="2231263" y="664718"/>
                </a:lnTo>
                <a:lnTo>
                  <a:pt x="2232787" y="664718"/>
                </a:lnTo>
                <a:lnTo>
                  <a:pt x="2232787" y="673354"/>
                </a:lnTo>
                <a:lnTo>
                  <a:pt x="2255393" y="673354"/>
                </a:lnTo>
                <a:lnTo>
                  <a:pt x="2255393" y="673354"/>
                </a:lnTo>
                <a:lnTo>
                  <a:pt x="2261362" y="673354"/>
                </a:lnTo>
                <a:lnTo>
                  <a:pt x="2261362" y="673354"/>
                </a:lnTo>
                <a:lnTo>
                  <a:pt x="2299589" y="673354"/>
                </a:lnTo>
                <a:lnTo>
                  <a:pt x="2299589" y="682117"/>
                </a:lnTo>
                <a:lnTo>
                  <a:pt x="2313178" y="682117"/>
                </a:lnTo>
                <a:lnTo>
                  <a:pt x="2313178" y="682117"/>
                </a:lnTo>
                <a:lnTo>
                  <a:pt x="2327783" y="682117"/>
                </a:lnTo>
                <a:lnTo>
                  <a:pt x="2327783" y="682117"/>
                </a:lnTo>
                <a:lnTo>
                  <a:pt x="2351913" y="682117"/>
                </a:lnTo>
                <a:lnTo>
                  <a:pt x="2351913" y="682117"/>
                </a:lnTo>
                <a:lnTo>
                  <a:pt x="2352929" y="682117"/>
                </a:lnTo>
                <a:lnTo>
                  <a:pt x="2352929" y="682117"/>
                </a:lnTo>
                <a:lnTo>
                  <a:pt x="2355469" y="682117"/>
                </a:lnTo>
                <a:lnTo>
                  <a:pt x="2355469" y="682117"/>
                </a:lnTo>
                <a:lnTo>
                  <a:pt x="2384679" y="682117"/>
                </a:lnTo>
                <a:lnTo>
                  <a:pt x="2384679" y="682117"/>
                </a:lnTo>
                <a:lnTo>
                  <a:pt x="2386711" y="682117"/>
                </a:lnTo>
                <a:lnTo>
                  <a:pt x="2386711" y="691388"/>
                </a:lnTo>
                <a:lnTo>
                  <a:pt x="2393696" y="691388"/>
                </a:lnTo>
                <a:lnTo>
                  <a:pt x="2393696" y="691388"/>
                </a:lnTo>
                <a:lnTo>
                  <a:pt x="2396744" y="691388"/>
                </a:lnTo>
                <a:lnTo>
                  <a:pt x="2396744" y="691388"/>
                </a:lnTo>
                <a:lnTo>
                  <a:pt x="2414397" y="691388"/>
                </a:lnTo>
                <a:lnTo>
                  <a:pt x="2414397" y="691388"/>
                </a:lnTo>
                <a:lnTo>
                  <a:pt x="2422398" y="691388"/>
                </a:lnTo>
                <a:lnTo>
                  <a:pt x="2422398" y="691388"/>
                </a:lnTo>
                <a:lnTo>
                  <a:pt x="2431415" y="691388"/>
                </a:lnTo>
                <a:lnTo>
                  <a:pt x="2431415" y="691388"/>
                </a:lnTo>
                <a:lnTo>
                  <a:pt x="2438019" y="691388"/>
                </a:lnTo>
                <a:lnTo>
                  <a:pt x="2438019" y="701294"/>
                </a:lnTo>
                <a:lnTo>
                  <a:pt x="2445512" y="701294"/>
                </a:lnTo>
                <a:lnTo>
                  <a:pt x="2445512" y="701294"/>
                </a:lnTo>
                <a:lnTo>
                  <a:pt x="2465197" y="701294"/>
                </a:lnTo>
                <a:lnTo>
                  <a:pt x="2465197" y="701294"/>
                </a:lnTo>
                <a:lnTo>
                  <a:pt x="2469134" y="701294"/>
                </a:lnTo>
                <a:lnTo>
                  <a:pt x="2469134" y="711327"/>
                </a:lnTo>
                <a:lnTo>
                  <a:pt x="2487295" y="711327"/>
                </a:lnTo>
                <a:lnTo>
                  <a:pt x="2487295" y="711327"/>
                </a:lnTo>
                <a:lnTo>
                  <a:pt x="2490851" y="711327"/>
                </a:lnTo>
                <a:lnTo>
                  <a:pt x="2490851" y="711327"/>
                </a:lnTo>
                <a:lnTo>
                  <a:pt x="2498344" y="711327"/>
                </a:lnTo>
                <a:lnTo>
                  <a:pt x="2498344" y="721614"/>
                </a:lnTo>
                <a:lnTo>
                  <a:pt x="2506472" y="721614"/>
                </a:lnTo>
                <a:lnTo>
                  <a:pt x="2506472" y="721614"/>
                </a:lnTo>
                <a:lnTo>
                  <a:pt x="2531618" y="721614"/>
                </a:lnTo>
                <a:lnTo>
                  <a:pt x="2531618" y="721614"/>
                </a:lnTo>
                <a:lnTo>
                  <a:pt x="2532126" y="721614"/>
                </a:lnTo>
                <a:lnTo>
                  <a:pt x="2532126" y="721614"/>
                </a:lnTo>
                <a:lnTo>
                  <a:pt x="2552700" y="721614"/>
                </a:lnTo>
                <a:lnTo>
                  <a:pt x="2552700" y="721614"/>
                </a:lnTo>
                <a:lnTo>
                  <a:pt x="2572385" y="721614"/>
                </a:lnTo>
                <a:lnTo>
                  <a:pt x="2572385" y="721614"/>
                </a:lnTo>
                <a:lnTo>
                  <a:pt x="2594991" y="721614"/>
                </a:lnTo>
                <a:lnTo>
                  <a:pt x="2594991" y="721614"/>
                </a:lnTo>
                <a:lnTo>
                  <a:pt x="2622677" y="721614"/>
                </a:lnTo>
                <a:lnTo>
                  <a:pt x="2622677" y="721614"/>
                </a:lnTo>
                <a:lnTo>
                  <a:pt x="2627630" y="721614"/>
                </a:lnTo>
                <a:lnTo>
                  <a:pt x="2627630" y="721614"/>
                </a:lnTo>
                <a:lnTo>
                  <a:pt x="2646299" y="721614"/>
                </a:lnTo>
                <a:lnTo>
                  <a:pt x="2646299" y="732917"/>
                </a:lnTo>
                <a:lnTo>
                  <a:pt x="2658364" y="732917"/>
                </a:lnTo>
                <a:lnTo>
                  <a:pt x="2658364" y="744347"/>
                </a:lnTo>
                <a:lnTo>
                  <a:pt x="2667889" y="744347"/>
                </a:lnTo>
                <a:lnTo>
                  <a:pt x="2667889" y="744347"/>
                </a:lnTo>
                <a:lnTo>
                  <a:pt x="2677414" y="744347"/>
                </a:lnTo>
                <a:lnTo>
                  <a:pt x="2677414" y="756031"/>
                </a:lnTo>
                <a:lnTo>
                  <a:pt x="2691511" y="756031"/>
                </a:lnTo>
                <a:lnTo>
                  <a:pt x="2691511" y="767715"/>
                </a:lnTo>
                <a:lnTo>
                  <a:pt x="2704592" y="767715"/>
                </a:lnTo>
                <a:lnTo>
                  <a:pt x="2704592" y="767715"/>
                </a:lnTo>
                <a:lnTo>
                  <a:pt x="2712720" y="767715"/>
                </a:lnTo>
                <a:lnTo>
                  <a:pt x="2712720" y="779653"/>
                </a:lnTo>
                <a:lnTo>
                  <a:pt x="2738882" y="779653"/>
                </a:lnTo>
                <a:lnTo>
                  <a:pt x="2738882" y="779653"/>
                </a:lnTo>
                <a:lnTo>
                  <a:pt x="2749931" y="779653"/>
                </a:lnTo>
                <a:lnTo>
                  <a:pt x="2749931" y="779653"/>
                </a:lnTo>
                <a:lnTo>
                  <a:pt x="2791206" y="779653"/>
                </a:lnTo>
                <a:lnTo>
                  <a:pt x="2791206" y="779653"/>
                </a:lnTo>
                <a:lnTo>
                  <a:pt x="2793746" y="779653"/>
                </a:lnTo>
                <a:lnTo>
                  <a:pt x="2793746" y="792226"/>
                </a:lnTo>
                <a:lnTo>
                  <a:pt x="2815844" y="792226"/>
                </a:lnTo>
                <a:lnTo>
                  <a:pt x="2815844" y="804799"/>
                </a:lnTo>
                <a:lnTo>
                  <a:pt x="2846451" y="804799"/>
                </a:lnTo>
                <a:lnTo>
                  <a:pt x="2846451" y="817626"/>
                </a:lnTo>
                <a:lnTo>
                  <a:pt x="2852547" y="817626"/>
                </a:lnTo>
                <a:lnTo>
                  <a:pt x="2852547" y="817626"/>
                </a:lnTo>
                <a:lnTo>
                  <a:pt x="2866644" y="817626"/>
                </a:lnTo>
                <a:lnTo>
                  <a:pt x="2866644" y="817626"/>
                </a:lnTo>
                <a:lnTo>
                  <a:pt x="2870200" y="817626"/>
                </a:lnTo>
                <a:lnTo>
                  <a:pt x="2870200" y="817626"/>
                </a:lnTo>
                <a:lnTo>
                  <a:pt x="2921000" y="817626"/>
                </a:lnTo>
                <a:lnTo>
                  <a:pt x="2921000" y="830961"/>
                </a:lnTo>
                <a:lnTo>
                  <a:pt x="2986913" y="830961"/>
                </a:lnTo>
                <a:lnTo>
                  <a:pt x="2986913" y="830961"/>
                </a:lnTo>
                <a:lnTo>
                  <a:pt x="2990342" y="830961"/>
                </a:lnTo>
                <a:lnTo>
                  <a:pt x="2990342" y="830961"/>
                </a:lnTo>
                <a:lnTo>
                  <a:pt x="3018536" y="830961"/>
                </a:lnTo>
                <a:lnTo>
                  <a:pt x="3018536" y="830961"/>
                </a:lnTo>
                <a:lnTo>
                  <a:pt x="3018536" y="1064260"/>
                </a:lnTo>
                <a:lnTo>
                  <a:pt x="3018536" y="1064260"/>
                </a:lnTo>
                <a:lnTo>
                  <a:pt x="2990342" y="1064260"/>
                </a:lnTo>
                <a:lnTo>
                  <a:pt x="2990342" y="1064260"/>
                </a:lnTo>
                <a:lnTo>
                  <a:pt x="2986913" y="1064260"/>
                </a:lnTo>
                <a:lnTo>
                  <a:pt x="2986913" y="1064260"/>
                </a:lnTo>
                <a:lnTo>
                  <a:pt x="2921000" y="1064260"/>
                </a:lnTo>
                <a:lnTo>
                  <a:pt x="2921000" y="1048258"/>
                </a:lnTo>
                <a:lnTo>
                  <a:pt x="2870200" y="1048258"/>
                </a:lnTo>
                <a:lnTo>
                  <a:pt x="2870200" y="1048258"/>
                </a:lnTo>
                <a:lnTo>
                  <a:pt x="2866644" y="1048258"/>
                </a:lnTo>
                <a:lnTo>
                  <a:pt x="2866644" y="1048258"/>
                </a:lnTo>
                <a:lnTo>
                  <a:pt x="2852547" y="1048258"/>
                </a:lnTo>
                <a:lnTo>
                  <a:pt x="2852547" y="1048258"/>
                </a:lnTo>
                <a:lnTo>
                  <a:pt x="2846451" y="1048258"/>
                </a:lnTo>
                <a:lnTo>
                  <a:pt x="2846451" y="1033272"/>
                </a:lnTo>
                <a:lnTo>
                  <a:pt x="2815844" y="1033272"/>
                </a:lnTo>
                <a:lnTo>
                  <a:pt x="2815844" y="1018159"/>
                </a:lnTo>
                <a:lnTo>
                  <a:pt x="2793746" y="1018159"/>
                </a:lnTo>
                <a:lnTo>
                  <a:pt x="2793746" y="1002919"/>
                </a:lnTo>
                <a:lnTo>
                  <a:pt x="2791206" y="1002919"/>
                </a:lnTo>
                <a:lnTo>
                  <a:pt x="2791206" y="1002919"/>
                </a:lnTo>
                <a:lnTo>
                  <a:pt x="2749931" y="1002919"/>
                </a:lnTo>
                <a:lnTo>
                  <a:pt x="2749931" y="1002919"/>
                </a:lnTo>
                <a:lnTo>
                  <a:pt x="2738882" y="1002919"/>
                </a:lnTo>
                <a:lnTo>
                  <a:pt x="2738882" y="1002919"/>
                </a:lnTo>
                <a:lnTo>
                  <a:pt x="2712720" y="1002919"/>
                </a:lnTo>
                <a:lnTo>
                  <a:pt x="2712720" y="988695"/>
                </a:lnTo>
                <a:lnTo>
                  <a:pt x="2704592" y="988695"/>
                </a:lnTo>
                <a:lnTo>
                  <a:pt x="2704592" y="988695"/>
                </a:lnTo>
                <a:lnTo>
                  <a:pt x="2691511" y="988695"/>
                </a:lnTo>
                <a:lnTo>
                  <a:pt x="2691511" y="974598"/>
                </a:lnTo>
                <a:lnTo>
                  <a:pt x="2677414" y="974598"/>
                </a:lnTo>
                <a:lnTo>
                  <a:pt x="2677414" y="960374"/>
                </a:lnTo>
                <a:lnTo>
                  <a:pt x="2667889" y="960374"/>
                </a:lnTo>
                <a:lnTo>
                  <a:pt x="2667889" y="960374"/>
                </a:lnTo>
                <a:lnTo>
                  <a:pt x="2658364" y="960374"/>
                </a:lnTo>
                <a:lnTo>
                  <a:pt x="2658364" y="946404"/>
                </a:lnTo>
                <a:lnTo>
                  <a:pt x="2646299" y="946404"/>
                </a:lnTo>
                <a:lnTo>
                  <a:pt x="2646299" y="932307"/>
                </a:lnTo>
                <a:lnTo>
                  <a:pt x="2627630" y="932307"/>
                </a:lnTo>
                <a:lnTo>
                  <a:pt x="2627630" y="932307"/>
                </a:lnTo>
                <a:lnTo>
                  <a:pt x="2622677" y="932307"/>
                </a:lnTo>
                <a:lnTo>
                  <a:pt x="2622677" y="932307"/>
                </a:lnTo>
                <a:lnTo>
                  <a:pt x="2594991" y="932307"/>
                </a:lnTo>
                <a:lnTo>
                  <a:pt x="2594991" y="932307"/>
                </a:lnTo>
                <a:lnTo>
                  <a:pt x="2572385" y="932307"/>
                </a:lnTo>
                <a:lnTo>
                  <a:pt x="2572385" y="932307"/>
                </a:lnTo>
                <a:lnTo>
                  <a:pt x="2552700" y="932307"/>
                </a:lnTo>
                <a:lnTo>
                  <a:pt x="2552700" y="932307"/>
                </a:lnTo>
                <a:lnTo>
                  <a:pt x="2532126" y="932307"/>
                </a:lnTo>
                <a:lnTo>
                  <a:pt x="2532126" y="932307"/>
                </a:lnTo>
                <a:lnTo>
                  <a:pt x="2531618" y="932307"/>
                </a:lnTo>
                <a:lnTo>
                  <a:pt x="2531618" y="932307"/>
                </a:lnTo>
                <a:lnTo>
                  <a:pt x="2506472" y="932307"/>
                </a:lnTo>
                <a:lnTo>
                  <a:pt x="2506472" y="932307"/>
                </a:lnTo>
                <a:lnTo>
                  <a:pt x="2498344" y="932307"/>
                </a:lnTo>
                <a:lnTo>
                  <a:pt x="2498344" y="920115"/>
                </a:lnTo>
                <a:lnTo>
                  <a:pt x="2490851" y="920115"/>
                </a:lnTo>
                <a:lnTo>
                  <a:pt x="2490851" y="920115"/>
                </a:lnTo>
                <a:lnTo>
                  <a:pt x="2487295" y="920115"/>
                </a:lnTo>
                <a:lnTo>
                  <a:pt x="2487295" y="920115"/>
                </a:lnTo>
                <a:lnTo>
                  <a:pt x="2469134" y="920115"/>
                </a:lnTo>
                <a:lnTo>
                  <a:pt x="2469134" y="908177"/>
                </a:lnTo>
                <a:lnTo>
                  <a:pt x="2465197" y="908177"/>
                </a:lnTo>
                <a:lnTo>
                  <a:pt x="2465197" y="908177"/>
                </a:lnTo>
                <a:lnTo>
                  <a:pt x="2445512" y="908177"/>
                </a:lnTo>
                <a:lnTo>
                  <a:pt x="2445512" y="908177"/>
                </a:lnTo>
                <a:lnTo>
                  <a:pt x="2438019" y="908177"/>
                </a:lnTo>
                <a:lnTo>
                  <a:pt x="2438019" y="896620"/>
                </a:lnTo>
                <a:lnTo>
                  <a:pt x="2431415" y="896620"/>
                </a:lnTo>
                <a:lnTo>
                  <a:pt x="2431415" y="896620"/>
                </a:lnTo>
                <a:lnTo>
                  <a:pt x="2422398" y="896620"/>
                </a:lnTo>
                <a:lnTo>
                  <a:pt x="2422398" y="896620"/>
                </a:lnTo>
                <a:lnTo>
                  <a:pt x="2414397" y="896620"/>
                </a:lnTo>
                <a:lnTo>
                  <a:pt x="2414397" y="896620"/>
                </a:lnTo>
                <a:lnTo>
                  <a:pt x="2396744" y="896620"/>
                </a:lnTo>
                <a:lnTo>
                  <a:pt x="2396744" y="896620"/>
                </a:lnTo>
                <a:lnTo>
                  <a:pt x="2393696" y="896620"/>
                </a:lnTo>
                <a:lnTo>
                  <a:pt x="2393696" y="896620"/>
                </a:lnTo>
                <a:lnTo>
                  <a:pt x="2386711" y="896620"/>
                </a:lnTo>
                <a:lnTo>
                  <a:pt x="2386711" y="885825"/>
                </a:lnTo>
                <a:lnTo>
                  <a:pt x="2384679" y="885825"/>
                </a:lnTo>
                <a:lnTo>
                  <a:pt x="2384679" y="885825"/>
                </a:lnTo>
                <a:lnTo>
                  <a:pt x="2355469" y="885825"/>
                </a:lnTo>
                <a:lnTo>
                  <a:pt x="2355469" y="885825"/>
                </a:lnTo>
                <a:lnTo>
                  <a:pt x="2352929" y="885825"/>
                </a:lnTo>
                <a:lnTo>
                  <a:pt x="2352929" y="885825"/>
                </a:lnTo>
                <a:lnTo>
                  <a:pt x="2351913" y="885825"/>
                </a:lnTo>
                <a:lnTo>
                  <a:pt x="2351913" y="885825"/>
                </a:lnTo>
                <a:lnTo>
                  <a:pt x="2327783" y="885825"/>
                </a:lnTo>
                <a:lnTo>
                  <a:pt x="2327783" y="885825"/>
                </a:lnTo>
                <a:lnTo>
                  <a:pt x="2313178" y="885825"/>
                </a:lnTo>
                <a:lnTo>
                  <a:pt x="2313178" y="885825"/>
                </a:lnTo>
                <a:lnTo>
                  <a:pt x="2299589" y="885825"/>
                </a:lnTo>
                <a:lnTo>
                  <a:pt x="2299589" y="875792"/>
                </a:lnTo>
                <a:lnTo>
                  <a:pt x="2261362" y="875792"/>
                </a:lnTo>
                <a:lnTo>
                  <a:pt x="2261362" y="875792"/>
                </a:lnTo>
                <a:lnTo>
                  <a:pt x="2255393" y="875792"/>
                </a:lnTo>
                <a:lnTo>
                  <a:pt x="2255393" y="875792"/>
                </a:lnTo>
                <a:lnTo>
                  <a:pt x="2232787" y="875792"/>
                </a:lnTo>
                <a:lnTo>
                  <a:pt x="2232787" y="866013"/>
                </a:lnTo>
                <a:lnTo>
                  <a:pt x="2231263" y="866013"/>
                </a:lnTo>
                <a:lnTo>
                  <a:pt x="2231263" y="866013"/>
                </a:lnTo>
                <a:lnTo>
                  <a:pt x="2229739" y="866013"/>
                </a:lnTo>
                <a:lnTo>
                  <a:pt x="2229739" y="856361"/>
                </a:lnTo>
                <a:lnTo>
                  <a:pt x="2225675" y="856361"/>
                </a:lnTo>
                <a:lnTo>
                  <a:pt x="2225675" y="846582"/>
                </a:lnTo>
                <a:lnTo>
                  <a:pt x="2207641" y="846582"/>
                </a:lnTo>
                <a:lnTo>
                  <a:pt x="2207641" y="836803"/>
                </a:lnTo>
                <a:lnTo>
                  <a:pt x="2164334" y="836803"/>
                </a:lnTo>
                <a:lnTo>
                  <a:pt x="2164334" y="836803"/>
                </a:lnTo>
                <a:lnTo>
                  <a:pt x="2163826" y="836803"/>
                </a:lnTo>
                <a:lnTo>
                  <a:pt x="2163826" y="836803"/>
                </a:lnTo>
                <a:lnTo>
                  <a:pt x="2147189" y="836803"/>
                </a:lnTo>
                <a:lnTo>
                  <a:pt x="2147189" y="836803"/>
                </a:lnTo>
                <a:lnTo>
                  <a:pt x="2141220" y="836803"/>
                </a:lnTo>
                <a:lnTo>
                  <a:pt x="2141220" y="836803"/>
                </a:lnTo>
                <a:lnTo>
                  <a:pt x="2139188" y="836803"/>
                </a:lnTo>
                <a:lnTo>
                  <a:pt x="2139188" y="836803"/>
                </a:lnTo>
                <a:lnTo>
                  <a:pt x="2134616" y="836803"/>
                </a:lnTo>
                <a:lnTo>
                  <a:pt x="2134616" y="836803"/>
                </a:lnTo>
                <a:lnTo>
                  <a:pt x="2131060" y="836803"/>
                </a:lnTo>
                <a:lnTo>
                  <a:pt x="2131060" y="836803"/>
                </a:lnTo>
                <a:lnTo>
                  <a:pt x="2115566" y="836803"/>
                </a:lnTo>
                <a:lnTo>
                  <a:pt x="2115566" y="836803"/>
                </a:lnTo>
                <a:lnTo>
                  <a:pt x="2108962" y="836803"/>
                </a:lnTo>
                <a:lnTo>
                  <a:pt x="2108962" y="827913"/>
                </a:lnTo>
                <a:lnTo>
                  <a:pt x="2081784" y="827913"/>
                </a:lnTo>
                <a:lnTo>
                  <a:pt x="2081784" y="819150"/>
                </a:lnTo>
                <a:lnTo>
                  <a:pt x="2037080" y="819150"/>
                </a:lnTo>
                <a:lnTo>
                  <a:pt x="2037080" y="810260"/>
                </a:lnTo>
                <a:lnTo>
                  <a:pt x="2032000" y="810260"/>
                </a:lnTo>
                <a:lnTo>
                  <a:pt x="2032000" y="810260"/>
                </a:lnTo>
                <a:lnTo>
                  <a:pt x="2027936" y="810260"/>
                </a:lnTo>
                <a:lnTo>
                  <a:pt x="2027936" y="810260"/>
                </a:lnTo>
                <a:lnTo>
                  <a:pt x="2022983" y="810260"/>
                </a:lnTo>
                <a:lnTo>
                  <a:pt x="2022983" y="801497"/>
                </a:lnTo>
                <a:lnTo>
                  <a:pt x="1997329" y="801497"/>
                </a:lnTo>
                <a:lnTo>
                  <a:pt x="1997329" y="801497"/>
                </a:lnTo>
                <a:lnTo>
                  <a:pt x="1991741" y="801497"/>
                </a:lnTo>
                <a:lnTo>
                  <a:pt x="1991741" y="792861"/>
                </a:lnTo>
                <a:lnTo>
                  <a:pt x="1981708" y="792861"/>
                </a:lnTo>
                <a:lnTo>
                  <a:pt x="1981708" y="792861"/>
                </a:lnTo>
                <a:lnTo>
                  <a:pt x="1977644" y="792861"/>
                </a:lnTo>
                <a:lnTo>
                  <a:pt x="1977644" y="784352"/>
                </a:lnTo>
                <a:lnTo>
                  <a:pt x="1971167" y="784352"/>
                </a:lnTo>
                <a:lnTo>
                  <a:pt x="1971167" y="775716"/>
                </a:lnTo>
                <a:lnTo>
                  <a:pt x="1932940" y="775716"/>
                </a:lnTo>
                <a:lnTo>
                  <a:pt x="1932940" y="775716"/>
                </a:lnTo>
                <a:lnTo>
                  <a:pt x="1920367" y="775716"/>
                </a:lnTo>
                <a:lnTo>
                  <a:pt x="1920367" y="767207"/>
                </a:lnTo>
                <a:lnTo>
                  <a:pt x="1896110" y="767207"/>
                </a:lnTo>
                <a:lnTo>
                  <a:pt x="1896110" y="767207"/>
                </a:lnTo>
                <a:lnTo>
                  <a:pt x="1886585" y="767207"/>
                </a:lnTo>
                <a:lnTo>
                  <a:pt x="1886585" y="767207"/>
                </a:lnTo>
                <a:lnTo>
                  <a:pt x="1884045" y="767207"/>
                </a:lnTo>
                <a:lnTo>
                  <a:pt x="1884045" y="767207"/>
                </a:lnTo>
                <a:lnTo>
                  <a:pt x="1883537" y="767207"/>
                </a:lnTo>
                <a:lnTo>
                  <a:pt x="1883537" y="767207"/>
                </a:lnTo>
                <a:lnTo>
                  <a:pt x="1882521" y="767207"/>
                </a:lnTo>
                <a:lnTo>
                  <a:pt x="1882521" y="767207"/>
                </a:lnTo>
                <a:lnTo>
                  <a:pt x="1876044" y="767207"/>
                </a:lnTo>
                <a:lnTo>
                  <a:pt x="1876044" y="759079"/>
                </a:lnTo>
                <a:lnTo>
                  <a:pt x="1868932" y="759079"/>
                </a:lnTo>
                <a:lnTo>
                  <a:pt x="1868932" y="759079"/>
                </a:lnTo>
                <a:lnTo>
                  <a:pt x="1864487" y="759079"/>
                </a:lnTo>
                <a:lnTo>
                  <a:pt x="1864487" y="759079"/>
                </a:lnTo>
                <a:lnTo>
                  <a:pt x="1853438" y="759079"/>
                </a:lnTo>
                <a:lnTo>
                  <a:pt x="1853438" y="759079"/>
                </a:lnTo>
                <a:lnTo>
                  <a:pt x="1840865" y="759079"/>
                </a:lnTo>
                <a:lnTo>
                  <a:pt x="1840865" y="759079"/>
                </a:lnTo>
                <a:lnTo>
                  <a:pt x="1840357" y="759079"/>
                </a:lnTo>
                <a:lnTo>
                  <a:pt x="1840357" y="751332"/>
                </a:lnTo>
                <a:lnTo>
                  <a:pt x="1834769" y="751332"/>
                </a:lnTo>
                <a:lnTo>
                  <a:pt x="1834769" y="751332"/>
                </a:lnTo>
                <a:lnTo>
                  <a:pt x="1796542" y="751332"/>
                </a:lnTo>
                <a:lnTo>
                  <a:pt x="1796542" y="751332"/>
                </a:lnTo>
                <a:lnTo>
                  <a:pt x="1777492" y="751332"/>
                </a:lnTo>
                <a:lnTo>
                  <a:pt x="1777492" y="743585"/>
                </a:lnTo>
                <a:lnTo>
                  <a:pt x="1773428" y="743585"/>
                </a:lnTo>
                <a:lnTo>
                  <a:pt x="1773428" y="743585"/>
                </a:lnTo>
                <a:lnTo>
                  <a:pt x="1751330" y="743585"/>
                </a:lnTo>
                <a:lnTo>
                  <a:pt x="1751330" y="743585"/>
                </a:lnTo>
                <a:lnTo>
                  <a:pt x="1746250" y="743585"/>
                </a:lnTo>
                <a:lnTo>
                  <a:pt x="1746250" y="743585"/>
                </a:lnTo>
                <a:lnTo>
                  <a:pt x="1745742" y="743585"/>
                </a:lnTo>
                <a:lnTo>
                  <a:pt x="1745742" y="743585"/>
                </a:lnTo>
                <a:lnTo>
                  <a:pt x="1739646" y="743585"/>
                </a:lnTo>
                <a:lnTo>
                  <a:pt x="1739646" y="743585"/>
                </a:lnTo>
                <a:lnTo>
                  <a:pt x="1732661" y="743585"/>
                </a:lnTo>
                <a:lnTo>
                  <a:pt x="1732661" y="736219"/>
                </a:lnTo>
                <a:lnTo>
                  <a:pt x="1727581" y="736219"/>
                </a:lnTo>
                <a:lnTo>
                  <a:pt x="1727581" y="728853"/>
                </a:lnTo>
                <a:lnTo>
                  <a:pt x="1726057" y="728853"/>
                </a:lnTo>
                <a:lnTo>
                  <a:pt x="1726057" y="728853"/>
                </a:lnTo>
                <a:lnTo>
                  <a:pt x="1725549" y="728853"/>
                </a:lnTo>
                <a:lnTo>
                  <a:pt x="1725549" y="721487"/>
                </a:lnTo>
                <a:lnTo>
                  <a:pt x="1722120" y="721487"/>
                </a:lnTo>
                <a:lnTo>
                  <a:pt x="1722120" y="721487"/>
                </a:lnTo>
                <a:lnTo>
                  <a:pt x="1713992" y="721487"/>
                </a:lnTo>
                <a:lnTo>
                  <a:pt x="1713992" y="714248"/>
                </a:lnTo>
                <a:lnTo>
                  <a:pt x="1712468" y="714248"/>
                </a:lnTo>
                <a:lnTo>
                  <a:pt x="1712468" y="714248"/>
                </a:lnTo>
                <a:lnTo>
                  <a:pt x="1702943" y="714248"/>
                </a:lnTo>
                <a:lnTo>
                  <a:pt x="1702943" y="714248"/>
                </a:lnTo>
                <a:lnTo>
                  <a:pt x="1699387" y="714248"/>
                </a:lnTo>
                <a:lnTo>
                  <a:pt x="1699387" y="707009"/>
                </a:lnTo>
                <a:lnTo>
                  <a:pt x="1696974" y="707009"/>
                </a:lnTo>
                <a:lnTo>
                  <a:pt x="1696974" y="707009"/>
                </a:lnTo>
                <a:lnTo>
                  <a:pt x="1687322" y="707009"/>
                </a:lnTo>
                <a:lnTo>
                  <a:pt x="1687322" y="707009"/>
                </a:lnTo>
                <a:lnTo>
                  <a:pt x="1681861" y="707009"/>
                </a:lnTo>
                <a:lnTo>
                  <a:pt x="1681861" y="707009"/>
                </a:lnTo>
                <a:lnTo>
                  <a:pt x="1663700" y="707009"/>
                </a:lnTo>
                <a:lnTo>
                  <a:pt x="1663700" y="699897"/>
                </a:lnTo>
                <a:lnTo>
                  <a:pt x="1650111" y="699897"/>
                </a:lnTo>
                <a:lnTo>
                  <a:pt x="1650111" y="699897"/>
                </a:lnTo>
                <a:lnTo>
                  <a:pt x="1648587" y="699897"/>
                </a:lnTo>
                <a:lnTo>
                  <a:pt x="1648587" y="699897"/>
                </a:lnTo>
                <a:lnTo>
                  <a:pt x="1631569" y="699897"/>
                </a:lnTo>
                <a:lnTo>
                  <a:pt x="1631569" y="699897"/>
                </a:lnTo>
                <a:lnTo>
                  <a:pt x="1628013" y="699897"/>
                </a:lnTo>
                <a:lnTo>
                  <a:pt x="1628013" y="686054"/>
                </a:lnTo>
                <a:lnTo>
                  <a:pt x="1625981" y="686054"/>
                </a:lnTo>
                <a:lnTo>
                  <a:pt x="1625981" y="679196"/>
                </a:lnTo>
                <a:lnTo>
                  <a:pt x="1612900" y="679196"/>
                </a:lnTo>
                <a:lnTo>
                  <a:pt x="1612900" y="672211"/>
                </a:lnTo>
                <a:lnTo>
                  <a:pt x="1609852" y="672211"/>
                </a:lnTo>
                <a:lnTo>
                  <a:pt x="1609852" y="672211"/>
                </a:lnTo>
                <a:lnTo>
                  <a:pt x="1604899" y="672211"/>
                </a:lnTo>
                <a:lnTo>
                  <a:pt x="1604899" y="672211"/>
                </a:lnTo>
                <a:lnTo>
                  <a:pt x="1585214" y="672211"/>
                </a:lnTo>
                <a:lnTo>
                  <a:pt x="1585214" y="665353"/>
                </a:lnTo>
                <a:lnTo>
                  <a:pt x="1575689" y="665353"/>
                </a:lnTo>
                <a:lnTo>
                  <a:pt x="1575689" y="665353"/>
                </a:lnTo>
                <a:lnTo>
                  <a:pt x="1565656" y="665353"/>
                </a:lnTo>
                <a:lnTo>
                  <a:pt x="1565656" y="658622"/>
                </a:lnTo>
                <a:lnTo>
                  <a:pt x="1560576" y="658622"/>
                </a:lnTo>
                <a:lnTo>
                  <a:pt x="1560576" y="651764"/>
                </a:lnTo>
                <a:lnTo>
                  <a:pt x="1557020" y="651764"/>
                </a:lnTo>
                <a:lnTo>
                  <a:pt x="1557020" y="644906"/>
                </a:lnTo>
                <a:lnTo>
                  <a:pt x="1546479" y="644906"/>
                </a:lnTo>
                <a:lnTo>
                  <a:pt x="1546479" y="644906"/>
                </a:lnTo>
                <a:lnTo>
                  <a:pt x="1545463" y="644906"/>
                </a:lnTo>
                <a:lnTo>
                  <a:pt x="1545463" y="644906"/>
                </a:lnTo>
                <a:lnTo>
                  <a:pt x="1540002" y="644906"/>
                </a:lnTo>
                <a:lnTo>
                  <a:pt x="1540002" y="638175"/>
                </a:lnTo>
                <a:lnTo>
                  <a:pt x="1539494" y="638175"/>
                </a:lnTo>
                <a:lnTo>
                  <a:pt x="1539494" y="638175"/>
                </a:lnTo>
                <a:lnTo>
                  <a:pt x="1534922" y="638175"/>
                </a:lnTo>
                <a:lnTo>
                  <a:pt x="1534922" y="631444"/>
                </a:lnTo>
                <a:lnTo>
                  <a:pt x="1530858" y="631444"/>
                </a:lnTo>
                <a:lnTo>
                  <a:pt x="1530858" y="631444"/>
                </a:lnTo>
                <a:lnTo>
                  <a:pt x="1521333" y="631444"/>
                </a:lnTo>
                <a:lnTo>
                  <a:pt x="1521333" y="624713"/>
                </a:lnTo>
                <a:lnTo>
                  <a:pt x="1507744" y="624713"/>
                </a:lnTo>
                <a:lnTo>
                  <a:pt x="1507744" y="618109"/>
                </a:lnTo>
                <a:lnTo>
                  <a:pt x="1462024" y="618109"/>
                </a:lnTo>
                <a:lnTo>
                  <a:pt x="1462024" y="611378"/>
                </a:lnTo>
                <a:lnTo>
                  <a:pt x="1461008" y="611378"/>
                </a:lnTo>
                <a:lnTo>
                  <a:pt x="1461008" y="611378"/>
                </a:lnTo>
                <a:lnTo>
                  <a:pt x="1458976" y="611378"/>
                </a:lnTo>
                <a:lnTo>
                  <a:pt x="1458976" y="611378"/>
                </a:lnTo>
                <a:lnTo>
                  <a:pt x="1447419" y="611378"/>
                </a:lnTo>
                <a:lnTo>
                  <a:pt x="1447419" y="604774"/>
                </a:lnTo>
                <a:lnTo>
                  <a:pt x="1443355" y="604774"/>
                </a:lnTo>
                <a:lnTo>
                  <a:pt x="1443355" y="598170"/>
                </a:lnTo>
                <a:lnTo>
                  <a:pt x="1424813" y="598170"/>
                </a:lnTo>
                <a:lnTo>
                  <a:pt x="1424813" y="598170"/>
                </a:lnTo>
                <a:lnTo>
                  <a:pt x="1422781" y="598170"/>
                </a:lnTo>
                <a:lnTo>
                  <a:pt x="1422781" y="591566"/>
                </a:lnTo>
                <a:lnTo>
                  <a:pt x="1420241" y="591566"/>
                </a:lnTo>
                <a:lnTo>
                  <a:pt x="1420241" y="591566"/>
                </a:lnTo>
                <a:lnTo>
                  <a:pt x="1411224" y="591566"/>
                </a:lnTo>
                <a:lnTo>
                  <a:pt x="1411224" y="584962"/>
                </a:lnTo>
                <a:lnTo>
                  <a:pt x="1408176" y="584962"/>
                </a:lnTo>
                <a:lnTo>
                  <a:pt x="1408176" y="578358"/>
                </a:lnTo>
                <a:lnTo>
                  <a:pt x="1406652" y="578358"/>
                </a:lnTo>
                <a:lnTo>
                  <a:pt x="1406652" y="571754"/>
                </a:lnTo>
                <a:lnTo>
                  <a:pt x="1405636" y="571754"/>
                </a:lnTo>
                <a:lnTo>
                  <a:pt x="1405636" y="565150"/>
                </a:lnTo>
                <a:lnTo>
                  <a:pt x="1392555" y="565150"/>
                </a:lnTo>
                <a:lnTo>
                  <a:pt x="1392555" y="565150"/>
                </a:lnTo>
                <a:lnTo>
                  <a:pt x="1384046" y="565150"/>
                </a:lnTo>
                <a:lnTo>
                  <a:pt x="1384046" y="565150"/>
                </a:lnTo>
                <a:lnTo>
                  <a:pt x="1379982" y="565150"/>
                </a:lnTo>
                <a:lnTo>
                  <a:pt x="1379982" y="565150"/>
                </a:lnTo>
                <a:lnTo>
                  <a:pt x="1375918" y="565150"/>
                </a:lnTo>
                <a:lnTo>
                  <a:pt x="1375918" y="558800"/>
                </a:lnTo>
                <a:lnTo>
                  <a:pt x="1348740" y="558800"/>
                </a:lnTo>
                <a:lnTo>
                  <a:pt x="1348740" y="552323"/>
                </a:lnTo>
                <a:lnTo>
                  <a:pt x="1348232" y="552323"/>
                </a:lnTo>
                <a:lnTo>
                  <a:pt x="1348232" y="552323"/>
                </a:lnTo>
                <a:lnTo>
                  <a:pt x="1345311" y="552323"/>
                </a:lnTo>
                <a:lnTo>
                  <a:pt x="1345311" y="552323"/>
                </a:lnTo>
                <a:lnTo>
                  <a:pt x="1343787" y="552323"/>
                </a:lnTo>
                <a:lnTo>
                  <a:pt x="1343787" y="545973"/>
                </a:lnTo>
                <a:lnTo>
                  <a:pt x="1339723" y="545973"/>
                </a:lnTo>
                <a:lnTo>
                  <a:pt x="1339723" y="545973"/>
                </a:lnTo>
                <a:lnTo>
                  <a:pt x="1331214" y="545973"/>
                </a:lnTo>
                <a:lnTo>
                  <a:pt x="1331214" y="539496"/>
                </a:lnTo>
                <a:lnTo>
                  <a:pt x="1328166" y="539496"/>
                </a:lnTo>
                <a:lnTo>
                  <a:pt x="1328166" y="539496"/>
                </a:lnTo>
                <a:lnTo>
                  <a:pt x="1316609" y="539496"/>
                </a:lnTo>
                <a:lnTo>
                  <a:pt x="1316609" y="533273"/>
                </a:lnTo>
                <a:lnTo>
                  <a:pt x="1314069" y="533273"/>
                </a:lnTo>
                <a:lnTo>
                  <a:pt x="1314069" y="533273"/>
                </a:lnTo>
                <a:lnTo>
                  <a:pt x="1312545" y="533273"/>
                </a:lnTo>
                <a:lnTo>
                  <a:pt x="1312545" y="533273"/>
                </a:lnTo>
                <a:lnTo>
                  <a:pt x="1308989" y="533273"/>
                </a:lnTo>
                <a:lnTo>
                  <a:pt x="1308989" y="533273"/>
                </a:lnTo>
                <a:lnTo>
                  <a:pt x="1303528" y="533273"/>
                </a:lnTo>
                <a:lnTo>
                  <a:pt x="1303528" y="526923"/>
                </a:lnTo>
                <a:lnTo>
                  <a:pt x="1303020" y="526923"/>
                </a:lnTo>
                <a:lnTo>
                  <a:pt x="1303020" y="520700"/>
                </a:lnTo>
                <a:lnTo>
                  <a:pt x="1291971" y="520700"/>
                </a:lnTo>
                <a:lnTo>
                  <a:pt x="1291971" y="520700"/>
                </a:lnTo>
                <a:lnTo>
                  <a:pt x="1275842" y="520700"/>
                </a:lnTo>
                <a:lnTo>
                  <a:pt x="1275842" y="514477"/>
                </a:lnTo>
                <a:lnTo>
                  <a:pt x="1265809" y="514477"/>
                </a:lnTo>
                <a:lnTo>
                  <a:pt x="1265809" y="508254"/>
                </a:lnTo>
                <a:lnTo>
                  <a:pt x="1259713" y="508254"/>
                </a:lnTo>
                <a:lnTo>
                  <a:pt x="1259713" y="508254"/>
                </a:lnTo>
                <a:lnTo>
                  <a:pt x="1257173" y="508254"/>
                </a:lnTo>
                <a:lnTo>
                  <a:pt x="1257173" y="502031"/>
                </a:lnTo>
                <a:lnTo>
                  <a:pt x="1249680" y="502031"/>
                </a:lnTo>
                <a:lnTo>
                  <a:pt x="1249680" y="502031"/>
                </a:lnTo>
                <a:lnTo>
                  <a:pt x="1245108" y="502031"/>
                </a:lnTo>
                <a:lnTo>
                  <a:pt x="1245108" y="495935"/>
                </a:lnTo>
                <a:lnTo>
                  <a:pt x="1240663" y="495935"/>
                </a:lnTo>
                <a:lnTo>
                  <a:pt x="1240663" y="489712"/>
                </a:lnTo>
                <a:lnTo>
                  <a:pt x="1237107" y="489712"/>
                </a:lnTo>
                <a:lnTo>
                  <a:pt x="1237107" y="489712"/>
                </a:lnTo>
                <a:lnTo>
                  <a:pt x="1231519" y="489712"/>
                </a:lnTo>
                <a:lnTo>
                  <a:pt x="1231519" y="489712"/>
                </a:lnTo>
                <a:lnTo>
                  <a:pt x="1229995" y="489712"/>
                </a:lnTo>
                <a:lnTo>
                  <a:pt x="1229995" y="489712"/>
                </a:lnTo>
                <a:lnTo>
                  <a:pt x="1226566" y="489712"/>
                </a:lnTo>
                <a:lnTo>
                  <a:pt x="1226566" y="483616"/>
                </a:lnTo>
                <a:lnTo>
                  <a:pt x="1225042" y="483616"/>
                </a:lnTo>
                <a:lnTo>
                  <a:pt x="1225042" y="477520"/>
                </a:lnTo>
                <a:lnTo>
                  <a:pt x="1221486" y="477520"/>
                </a:lnTo>
                <a:lnTo>
                  <a:pt x="1221486" y="477520"/>
                </a:lnTo>
                <a:lnTo>
                  <a:pt x="1204341" y="477520"/>
                </a:lnTo>
                <a:lnTo>
                  <a:pt x="1204341" y="471424"/>
                </a:lnTo>
                <a:lnTo>
                  <a:pt x="1200404" y="471424"/>
                </a:lnTo>
                <a:lnTo>
                  <a:pt x="1200404" y="471424"/>
                </a:lnTo>
                <a:lnTo>
                  <a:pt x="1192276" y="471424"/>
                </a:lnTo>
                <a:lnTo>
                  <a:pt x="1192276" y="465328"/>
                </a:lnTo>
                <a:lnTo>
                  <a:pt x="1183259" y="465328"/>
                </a:lnTo>
                <a:lnTo>
                  <a:pt x="1183259" y="465328"/>
                </a:lnTo>
                <a:lnTo>
                  <a:pt x="1178179" y="465328"/>
                </a:lnTo>
                <a:lnTo>
                  <a:pt x="1178179" y="465328"/>
                </a:lnTo>
                <a:lnTo>
                  <a:pt x="1175258" y="465328"/>
                </a:lnTo>
                <a:lnTo>
                  <a:pt x="1175258" y="465328"/>
                </a:lnTo>
                <a:lnTo>
                  <a:pt x="1167638" y="465328"/>
                </a:lnTo>
                <a:lnTo>
                  <a:pt x="1167638" y="465328"/>
                </a:lnTo>
                <a:lnTo>
                  <a:pt x="1166114" y="465328"/>
                </a:lnTo>
                <a:lnTo>
                  <a:pt x="1166114" y="459359"/>
                </a:lnTo>
                <a:lnTo>
                  <a:pt x="1164717" y="459359"/>
                </a:lnTo>
                <a:lnTo>
                  <a:pt x="1164717" y="459359"/>
                </a:lnTo>
                <a:lnTo>
                  <a:pt x="1151636" y="459359"/>
                </a:lnTo>
                <a:lnTo>
                  <a:pt x="1151636" y="453517"/>
                </a:lnTo>
                <a:lnTo>
                  <a:pt x="1148080" y="453517"/>
                </a:lnTo>
                <a:lnTo>
                  <a:pt x="1148080" y="447548"/>
                </a:lnTo>
                <a:lnTo>
                  <a:pt x="1141476" y="447548"/>
                </a:lnTo>
                <a:lnTo>
                  <a:pt x="1141476" y="441706"/>
                </a:lnTo>
                <a:lnTo>
                  <a:pt x="1140968" y="441706"/>
                </a:lnTo>
                <a:lnTo>
                  <a:pt x="1140968" y="435737"/>
                </a:lnTo>
                <a:lnTo>
                  <a:pt x="1136523" y="435737"/>
                </a:lnTo>
                <a:lnTo>
                  <a:pt x="1136523" y="429895"/>
                </a:lnTo>
                <a:lnTo>
                  <a:pt x="1125855" y="429895"/>
                </a:lnTo>
                <a:lnTo>
                  <a:pt x="1125855" y="429895"/>
                </a:lnTo>
                <a:lnTo>
                  <a:pt x="1119378" y="429895"/>
                </a:lnTo>
                <a:lnTo>
                  <a:pt x="1119378" y="429895"/>
                </a:lnTo>
                <a:lnTo>
                  <a:pt x="1116330" y="429895"/>
                </a:lnTo>
                <a:lnTo>
                  <a:pt x="1116330" y="429895"/>
                </a:lnTo>
                <a:lnTo>
                  <a:pt x="1100709" y="429895"/>
                </a:lnTo>
                <a:lnTo>
                  <a:pt x="1100709" y="429895"/>
                </a:lnTo>
                <a:lnTo>
                  <a:pt x="1097788" y="429895"/>
                </a:lnTo>
                <a:lnTo>
                  <a:pt x="1097788" y="424053"/>
                </a:lnTo>
                <a:lnTo>
                  <a:pt x="1092200" y="424053"/>
                </a:lnTo>
                <a:lnTo>
                  <a:pt x="1092200" y="424053"/>
                </a:lnTo>
                <a:lnTo>
                  <a:pt x="1084199" y="424053"/>
                </a:lnTo>
                <a:lnTo>
                  <a:pt x="1084199" y="418211"/>
                </a:lnTo>
                <a:lnTo>
                  <a:pt x="1082167" y="418211"/>
                </a:lnTo>
                <a:lnTo>
                  <a:pt x="1082167" y="418211"/>
                </a:lnTo>
                <a:lnTo>
                  <a:pt x="1074039" y="418211"/>
                </a:lnTo>
                <a:lnTo>
                  <a:pt x="1074039" y="412369"/>
                </a:lnTo>
                <a:lnTo>
                  <a:pt x="1064514" y="412369"/>
                </a:lnTo>
                <a:lnTo>
                  <a:pt x="1064514" y="406654"/>
                </a:lnTo>
                <a:lnTo>
                  <a:pt x="1058545" y="406654"/>
                </a:lnTo>
                <a:lnTo>
                  <a:pt x="1058545" y="400812"/>
                </a:lnTo>
                <a:lnTo>
                  <a:pt x="1056005" y="400812"/>
                </a:lnTo>
                <a:lnTo>
                  <a:pt x="1056005" y="394970"/>
                </a:lnTo>
                <a:lnTo>
                  <a:pt x="1052957" y="394970"/>
                </a:lnTo>
                <a:lnTo>
                  <a:pt x="1052957" y="389255"/>
                </a:lnTo>
                <a:lnTo>
                  <a:pt x="1048893" y="389255"/>
                </a:lnTo>
                <a:lnTo>
                  <a:pt x="1048893" y="389255"/>
                </a:lnTo>
                <a:lnTo>
                  <a:pt x="1045464" y="389255"/>
                </a:lnTo>
                <a:lnTo>
                  <a:pt x="1045464" y="389255"/>
                </a:lnTo>
                <a:lnTo>
                  <a:pt x="1044448" y="389255"/>
                </a:lnTo>
                <a:lnTo>
                  <a:pt x="1044448" y="389255"/>
                </a:lnTo>
                <a:lnTo>
                  <a:pt x="1041908" y="389255"/>
                </a:lnTo>
                <a:lnTo>
                  <a:pt x="1041908" y="389255"/>
                </a:lnTo>
                <a:lnTo>
                  <a:pt x="1035812" y="389255"/>
                </a:lnTo>
                <a:lnTo>
                  <a:pt x="1035812" y="389255"/>
                </a:lnTo>
                <a:lnTo>
                  <a:pt x="1024255" y="389255"/>
                </a:lnTo>
                <a:lnTo>
                  <a:pt x="1024255" y="383540"/>
                </a:lnTo>
                <a:lnTo>
                  <a:pt x="1021334" y="383540"/>
                </a:lnTo>
                <a:lnTo>
                  <a:pt x="1021334" y="377825"/>
                </a:lnTo>
                <a:lnTo>
                  <a:pt x="1018794" y="377825"/>
                </a:lnTo>
                <a:lnTo>
                  <a:pt x="1018794" y="377825"/>
                </a:lnTo>
                <a:lnTo>
                  <a:pt x="1015746" y="377825"/>
                </a:lnTo>
                <a:lnTo>
                  <a:pt x="1015746" y="377825"/>
                </a:lnTo>
                <a:lnTo>
                  <a:pt x="1014222" y="377825"/>
                </a:lnTo>
                <a:lnTo>
                  <a:pt x="1014222" y="377825"/>
                </a:lnTo>
                <a:lnTo>
                  <a:pt x="1001141" y="377825"/>
                </a:lnTo>
                <a:lnTo>
                  <a:pt x="1001141" y="377825"/>
                </a:lnTo>
                <a:lnTo>
                  <a:pt x="1000125" y="377825"/>
                </a:lnTo>
                <a:lnTo>
                  <a:pt x="1000125" y="377825"/>
                </a:lnTo>
                <a:lnTo>
                  <a:pt x="996061" y="377825"/>
                </a:lnTo>
                <a:lnTo>
                  <a:pt x="996061" y="377825"/>
                </a:lnTo>
                <a:lnTo>
                  <a:pt x="983488" y="377825"/>
                </a:lnTo>
                <a:lnTo>
                  <a:pt x="983488" y="377825"/>
                </a:lnTo>
                <a:lnTo>
                  <a:pt x="979551" y="377825"/>
                </a:lnTo>
                <a:lnTo>
                  <a:pt x="979551" y="372237"/>
                </a:lnTo>
                <a:lnTo>
                  <a:pt x="970407" y="372237"/>
                </a:lnTo>
                <a:lnTo>
                  <a:pt x="970407" y="366776"/>
                </a:lnTo>
                <a:lnTo>
                  <a:pt x="962406" y="366776"/>
                </a:lnTo>
                <a:lnTo>
                  <a:pt x="962406" y="366776"/>
                </a:lnTo>
                <a:lnTo>
                  <a:pt x="960882" y="366776"/>
                </a:lnTo>
                <a:lnTo>
                  <a:pt x="960882" y="366776"/>
                </a:lnTo>
                <a:lnTo>
                  <a:pt x="946785" y="366776"/>
                </a:lnTo>
                <a:lnTo>
                  <a:pt x="946785" y="366776"/>
                </a:lnTo>
                <a:lnTo>
                  <a:pt x="937260" y="366776"/>
                </a:lnTo>
                <a:lnTo>
                  <a:pt x="937260" y="366776"/>
                </a:lnTo>
                <a:lnTo>
                  <a:pt x="932180" y="366776"/>
                </a:lnTo>
                <a:lnTo>
                  <a:pt x="932180" y="366776"/>
                </a:lnTo>
                <a:lnTo>
                  <a:pt x="926211" y="366776"/>
                </a:lnTo>
                <a:lnTo>
                  <a:pt x="926211" y="366776"/>
                </a:lnTo>
                <a:lnTo>
                  <a:pt x="913638" y="366776"/>
                </a:lnTo>
                <a:lnTo>
                  <a:pt x="913638" y="361315"/>
                </a:lnTo>
                <a:lnTo>
                  <a:pt x="894461" y="361315"/>
                </a:lnTo>
                <a:lnTo>
                  <a:pt x="894461" y="355854"/>
                </a:lnTo>
                <a:lnTo>
                  <a:pt x="892937" y="355854"/>
                </a:lnTo>
                <a:lnTo>
                  <a:pt x="892937" y="350393"/>
                </a:lnTo>
                <a:lnTo>
                  <a:pt x="836676" y="350393"/>
                </a:lnTo>
                <a:lnTo>
                  <a:pt x="836676" y="345059"/>
                </a:lnTo>
                <a:lnTo>
                  <a:pt x="829056" y="345059"/>
                </a:lnTo>
                <a:lnTo>
                  <a:pt x="829056" y="339598"/>
                </a:lnTo>
                <a:lnTo>
                  <a:pt x="825627" y="339598"/>
                </a:lnTo>
                <a:lnTo>
                  <a:pt x="825627" y="334137"/>
                </a:lnTo>
                <a:lnTo>
                  <a:pt x="824611" y="334137"/>
                </a:lnTo>
                <a:lnTo>
                  <a:pt x="824611" y="328676"/>
                </a:lnTo>
                <a:lnTo>
                  <a:pt x="804926" y="328676"/>
                </a:lnTo>
                <a:lnTo>
                  <a:pt x="804926" y="323215"/>
                </a:lnTo>
                <a:lnTo>
                  <a:pt x="800354" y="323215"/>
                </a:lnTo>
                <a:lnTo>
                  <a:pt x="800354" y="317754"/>
                </a:lnTo>
                <a:lnTo>
                  <a:pt x="787273" y="317754"/>
                </a:lnTo>
                <a:lnTo>
                  <a:pt x="787273" y="312166"/>
                </a:lnTo>
                <a:lnTo>
                  <a:pt x="777748" y="312166"/>
                </a:lnTo>
                <a:lnTo>
                  <a:pt x="777748" y="306705"/>
                </a:lnTo>
                <a:lnTo>
                  <a:pt x="777240" y="306705"/>
                </a:lnTo>
                <a:lnTo>
                  <a:pt x="777240" y="301244"/>
                </a:lnTo>
                <a:lnTo>
                  <a:pt x="775716" y="301244"/>
                </a:lnTo>
                <a:lnTo>
                  <a:pt x="775716" y="295656"/>
                </a:lnTo>
                <a:lnTo>
                  <a:pt x="758698" y="295656"/>
                </a:lnTo>
                <a:lnTo>
                  <a:pt x="758698" y="290195"/>
                </a:lnTo>
                <a:lnTo>
                  <a:pt x="740537" y="290195"/>
                </a:lnTo>
                <a:lnTo>
                  <a:pt x="740537" y="284607"/>
                </a:lnTo>
                <a:lnTo>
                  <a:pt x="722376" y="284607"/>
                </a:lnTo>
                <a:lnTo>
                  <a:pt x="722376" y="279146"/>
                </a:lnTo>
                <a:lnTo>
                  <a:pt x="690753" y="279146"/>
                </a:lnTo>
                <a:lnTo>
                  <a:pt x="690753" y="273558"/>
                </a:lnTo>
                <a:lnTo>
                  <a:pt x="690245" y="273558"/>
                </a:lnTo>
                <a:lnTo>
                  <a:pt x="690245" y="267970"/>
                </a:lnTo>
                <a:lnTo>
                  <a:pt x="626364" y="267970"/>
                </a:lnTo>
                <a:lnTo>
                  <a:pt x="626364" y="262382"/>
                </a:lnTo>
                <a:lnTo>
                  <a:pt x="616839" y="262382"/>
                </a:lnTo>
                <a:lnTo>
                  <a:pt x="616839" y="256794"/>
                </a:lnTo>
                <a:lnTo>
                  <a:pt x="614299" y="256794"/>
                </a:lnTo>
                <a:lnTo>
                  <a:pt x="614299" y="251206"/>
                </a:lnTo>
                <a:lnTo>
                  <a:pt x="603250" y="251206"/>
                </a:lnTo>
                <a:lnTo>
                  <a:pt x="603250" y="245618"/>
                </a:lnTo>
                <a:lnTo>
                  <a:pt x="600710" y="245618"/>
                </a:lnTo>
                <a:lnTo>
                  <a:pt x="600710" y="240030"/>
                </a:lnTo>
                <a:lnTo>
                  <a:pt x="591185" y="240030"/>
                </a:lnTo>
                <a:lnTo>
                  <a:pt x="591185" y="234315"/>
                </a:lnTo>
                <a:lnTo>
                  <a:pt x="590169" y="234315"/>
                </a:lnTo>
                <a:lnTo>
                  <a:pt x="590169" y="228727"/>
                </a:lnTo>
                <a:lnTo>
                  <a:pt x="550418" y="228727"/>
                </a:lnTo>
                <a:lnTo>
                  <a:pt x="550418" y="223012"/>
                </a:lnTo>
                <a:lnTo>
                  <a:pt x="526669" y="223012"/>
                </a:lnTo>
                <a:lnTo>
                  <a:pt x="526669" y="217297"/>
                </a:lnTo>
                <a:lnTo>
                  <a:pt x="514604" y="217297"/>
                </a:lnTo>
                <a:lnTo>
                  <a:pt x="514604" y="211582"/>
                </a:lnTo>
                <a:lnTo>
                  <a:pt x="498094" y="211582"/>
                </a:lnTo>
                <a:lnTo>
                  <a:pt x="498094" y="205994"/>
                </a:lnTo>
                <a:lnTo>
                  <a:pt x="497078" y="205994"/>
                </a:lnTo>
                <a:lnTo>
                  <a:pt x="497078" y="200152"/>
                </a:lnTo>
                <a:lnTo>
                  <a:pt x="457835" y="200152"/>
                </a:lnTo>
                <a:lnTo>
                  <a:pt x="457835" y="194437"/>
                </a:lnTo>
                <a:lnTo>
                  <a:pt x="456819" y="194437"/>
                </a:lnTo>
                <a:lnTo>
                  <a:pt x="456819" y="188722"/>
                </a:lnTo>
                <a:lnTo>
                  <a:pt x="454787" y="188722"/>
                </a:lnTo>
                <a:lnTo>
                  <a:pt x="454787" y="182880"/>
                </a:lnTo>
                <a:lnTo>
                  <a:pt x="452755" y="182880"/>
                </a:lnTo>
                <a:lnTo>
                  <a:pt x="452755" y="177165"/>
                </a:lnTo>
                <a:lnTo>
                  <a:pt x="429641" y="177165"/>
                </a:lnTo>
                <a:lnTo>
                  <a:pt x="429641" y="171323"/>
                </a:lnTo>
                <a:lnTo>
                  <a:pt x="428117" y="171323"/>
                </a:lnTo>
                <a:lnTo>
                  <a:pt x="428117" y="165481"/>
                </a:lnTo>
                <a:lnTo>
                  <a:pt x="423037" y="165481"/>
                </a:lnTo>
                <a:lnTo>
                  <a:pt x="423037" y="159639"/>
                </a:lnTo>
                <a:lnTo>
                  <a:pt x="407543" y="159639"/>
                </a:lnTo>
                <a:lnTo>
                  <a:pt x="407543" y="153670"/>
                </a:lnTo>
                <a:lnTo>
                  <a:pt x="390398" y="153670"/>
                </a:lnTo>
                <a:lnTo>
                  <a:pt x="390398" y="147828"/>
                </a:lnTo>
                <a:lnTo>
                  <a:pt x="385318" y="147828"/>
                </a:lnTo>
                <a:lnTo>
                  <a:pt x="385318" y="141859"/>
                </a:lnTo>
                <a:lnTo>
                  <a:pt x="373253" y="141859"/>
                </a:lnTo>
                <a:lnTo>
                  <a:pt x="373253" y="135890"/>
                </a:lnTo>
                <a:lnTo>
                  <a:pt x="370713" y="135890"/>
                </a:lnTo>
                <a:lnTo>
                  <a:pt x="370713" y="129794"/>
                </a:lnTo>
                <a:lnTo>
                  <a:pt x="365252" y="129794"/>
                </a:lnTo>
                <a:lnTo>
                  <a:pt x="365252" y="123825"/>
                </a:lnTo>
                <a:lnTo>
                  <a:pt x="321945" y="123825"/>
                </a:lnTo>
                <a:lnTo>
                  <a:pt x="321945" y="117729"/>
                </a:lnTo>
                <a:lnTo>
                  <a:pt x="300863" y="117729"/>
                </a:lnTo>
                <a:lnTo>
                  <a:pt x="300863" y="111633"/>
                </a:lnTo>
                <a:lnTo>
                  <a:pt x="296799" y="111633"/>
                </a:lnTo>
                <a:lnTo>
                  <a:pt x="296799" y="105410"/>
                </a:lnTo>
                <a:lnTo>
                  <a:pt x="282702" y="105410"/>
                </a:lnTo>
                <a:lnTo>
                  <a:pt x="282702" y="99187"/>
                </a:lnTo>
                <a:lnTo>
                  <a:pt x="277241" y="99187"/>
                </a:lnTo>
                <a:lnTo>
                  <a:pt x="277241" y="92964"/>
                </a:lnTo>
                <a:lnTo>
                  <a:pt x="256032" y="92964"/>
                </a:lnTo>
                <a:lnTo>
                  <a:pt x="256032" y="86614"/>
                </a:lnTo>
                <a:lnTo>
                  <a:pt x="241935" y="86614"/>
                </a:lnTo>
                <a:lnTo>
                  <a:pt x="241935" y="80137"/>
                </a:lnTo>
                <a:lnTo>
                  <a:pt x="236982" y="80137"/>
                </a:lnTo>
                <a:lnTo>
                  <a:pt x="236982" y="73660"/>
                </a:lnTo>
                <a:lnTo>
                  <a:pt x="169545" y="73660"/>
                </a:lnTo>
                <a:lnTo>
                  <a:pt x="169545" y="67183"/>
                </a:lnTo>
                <a:lnTo>
                  <a:pt x="162941" y="67183"/>
                </a:lnTo>
                <a:lnTo>
                  <a:pt x="162941" y="60452"/>
                </a:lnTo>
                <a:lnTo>
                  <a:pt x="161417" y="60452"/>
                </a:lnTo>
                <a:lnTo>
                  <a:pt x="161417" y="53594"/>
                </a:lnTo>
                <a:lnTo>
                  <a:pt x="143891" y="53594"/>
                </a:lnTo>
                <a:lnTo>
                  <a:pt x="143891" y="46609"/>
                </a:lnTo>
                <a:lnTo>
                  <a:pt x="111633" y="46609"/>
                </a:lnTo>
                <a:lnTo>
                  <a:pt x="111633" y="39370"/>
                </a:lnTo>
                <a:lnTo>
                  <a:pt x="66929" y="39370"/>
                </a:lnTo>
                <a:lnTo>
                  <a:pt x="66929" y="31750"/>
                </a:lnTo>
                <a:lnTo>
                  <a:pt x="59817" y="31750"/>
                </a:lnTo>
                <a:lnTo>
                  <a:pt x="59817" y="23749"/>
                </a:lnTo>
                <a:lnTo>
                  <a:pt x="57277" y="23749"/>
                </a:lnTo>
                <a:lnTo>
                  <a:pt x="57277" y="14732"/>
                </a:lnTo>
                <a:lnTo>
                  <a:pt x="15621" y="14732"/>
                </a:lnTo>
                <a:lnTo>
                  <a:pt x="15621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72B2">
              <a:alpha val="16000"/>
            </a:srgbClr>
          </a:solidFill>
          <a:ln xmlns:a="http://schemas.openxmlformats.org/drawingml/2006/main" w="0" cap="rnd">
            <a:noFill/>
            <a:prstDash val="solid"/>
            <a:round/>
          </a:ln>
        </p:spPr>
      </p:sp>
      <p:sp>
        <p:nvSpPr>
          <p:cNvPr id="195" name="element_0195_polygon">
            <a:extLst xmlns:a="http://schemas.openxmlformats.org/drawingml/2006/main">
              <a:ext uri="{FF2B5EF4-FFF2-40B4-BE49-F238E27FC236}">
                <a16:creationId xmlns:a16="http://schemas.microsoft.com/office/drawing/2014/main" id="{91AF7CF4-2466-4DBA-AB3B-4AE2F49B4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664464"/>
            <a:ext cx="3018536" cy="1572006"/>
          </a:xfrm>
          <a:custGeom xmlns:a="http://schemas.openxmlformats.org/drawingml/2006/main">
            <a:pathLst>
              <a:path w="3018536" h="1572006">
                <a:moveTo>
                  <a:pt x="0" y="0"/>
                </a:moveTo>
                <a:lnTo>
                  <a:pt x="45720" y="0"/>
                </a:lnTo>
                <a:lnTo>
                  <a:pt x="45720" y="0"/>
                </a:lnTo>
                <a:lnTo>
                  <a:pt x="52832" y="0"/>
                </a:lnTo>
                <a:lnTo>
                  <a:pt x="52832" y="0"/>
                </a:lnTo>
                <a:lnTo>
                  <a:pt x="123190" y="0"/>
                </a:lnTo>
                <a:lnTo>
                  <a:pt x="123190" y="6731"/>
                </a:lnTo>
                <a:lnTo>
                  <a:pt x="142367" y="6731"/>
                </a:lnTo>
                <a:lnTo>
                  <a:pt x="142367" y="13208"/>
                </a:lnTo>
                <a:lnTo>
                  <a:pt x="148844" y="13208"/>
                </a:lnTo>
                <a:lnTo>
                  <a:pt x="148844" y="19939"/>
                </a:lnTo>
                <a:lnTo>
                  <a:pt x="159004" y="19939"/>
                </a:lnTo>
                <a:lnTo>
                  <a:pt x="159004" y="27051"/>
                </a:lnTo>
                <a:lnTo>
                  <a:pt x="184150" y="27051"/>
                </a:lnTo>
                <a:lnTo>
                  <a:pt x="184150" y="34290"/>
                </a:lnTo>
                <a:lnTo>
                  <a:pt x="190119" y="34290"/>
                </a:lnTo>
                <a:lnTo>
                  <a:pt x="190119" y="41910"/>
                </a:lnTo>
                <a:lnTo>
                  <a:pt x="194691" y="41910"/>
                </a:lnTo>
                <a:lnTo>
                  <a:pt x="194691" y="49657"/>
                </a:lnTo>
                <a:lnTo>
                  <a:pt x="204724" y="49657"/>
                </a:lnTo>
                <a:lnTo>
                  <a:pt x="204724" y="57531"/>
                </a:lnTo>
                <a:lnTo>
                  <a:pt x="220853" y="57531"/>
                </a:lnTo>
                <a:lnTo>
                  <a:pt x="220853" y="65532"/>
                </a:lnTo>
                <a:lnTo>
                  <a:pt x="237998" y="65532"/>
                </a:lnTo>
                <a:lnTo>
                  <a:pt x="237998" y="73660"/>
                </a:lnTo>
                <a:lnTo>
                  <a:pt x="239014" y="73660"/>
                </a:lnTo>
                <a:lnTo>
                  <a:pt x="239014" y="81915"/>
                </a:lnTo>
                <a:lnTo>
                  <a:pt x="240919" y="81915"/>
                </a:lnTo>
                <a:lnTo>
                  <a:pt x="240919" y="90424"/>
                </a:lnTo>
                <a:lnTo>
                  <a:pt x="263652" y="90424"/>
                </a:lnTo>
                <a:lnTo>
                  <a:pt x="263652" y="98806"/>
                </a:lnTo>
                <a:lnTo>
                  <a:pt x="271653" y="98806"/>
                </a:lnTo>
                <a:lnTo>
                  <a:pt x="271653" y="107442"/>
                </a:lnTo>
                <a:lnTo>
                  <a:pt x="275209" y="107442"/>
                </a:lnTo>
                <a:lnTo>
                  <a:pt x="275209" y="116078"/>
                </a:lnTo>
                <a:lnTo>
                  <a:pt x="275717" y="116078"/>
                </a:lnTo>
                <a:lnTo>
                  <a:pt x="275717" y="124841"/>
                </a:lnTo>
                <a:lnTo>
                  <a:pt x="276225" y="124841"/>
                </a:lnTo>
                <a:lnTo>
                  <a:pt x="276225" y="133604"/>
                </a:lnTo>
                <a:lnTo>
                  <a:pt x="304419" y="133604"/>
                </a:lnTo>
                <a:lnTo>
                  <a:pt x="304419" y="142494"/>
                </a:lnTo>
                <a:lnTo>
                  <a:pt x="315468" y="142494"/>
                </a:lnTo>
                <a:lnTo>
                  <a:pt x="315468" y="151511"/>
                </a:lnTo>
                <a:lnTo>
                  <a:pt x="317881" y="151511"/>
                </a:lnTo>
                <a:lnTo>
                  <a:pt x="317881" y="160401"/>
                </a:lnTo>
                <a:lnTo>
                  <a:pt x="357124" y="160401"/>
                </a:lnTo>
                <a:lnTo>
                  <a:pt x="357124" y="169545"/>
                </a:lnTo>
                <a:lnTo>
                  <a:pt x="360172" y="169545"/>
                </a:lnTo>
                <a:lnTo>
                  <a:pt x="360172" y="178689"/>
                </a:lnTo>
                <a:lnTo>
                  <a:pt x="394462" y="178689"/>
                </a:lnTo>
                <a:lnTo>
                  <a:pt x="394462" y="187833"/>
                </a:lnTo>
                <a:lnTo>
                  <a:pt x="417576" y="187833"/>
                </a:lnTo>
                <a:lnTo>
                  <a:pt x="417576" y="196977"/>
                </a:lnTo>
                <a:lnTo>
                  <a:pt x="419608" y="196977"/>
                </a:lnTo>
                <a:lnTo>
                  <a:pt x="419608" y="206248"/>
                </a:lnTo>
                <a:lnTo>
                  <a:pt x="420624" y="206248"/>
                </a:lnTo>
                <a:lnTo>
                  <a:pt x="420624" y="215646"/>
                </a:lnTo>
                <a:lnTo>
                  <a:pt x="421640" y="215646"/>
                </a:lnTo>
                <a:lnTo>
                  <a:pt x="421640" y="224917"/>
                </a:lnTo>
                <a:lnTo>
                  <a:pt x="437642" y="224917"/>
                </a:lnTo>
                <a:lnTo>
                  <a:pt x="437642" y="234442"/>
                </a:lnTo>
                <a:lnTo>
                  <a:pt x="462280" y="234442"/>
                </a:lnTo>
                <a:lnTo>
                  <a:pt x="462280" y="243840"/>
                </a:lnTo>
                <a:lnTo>
                  <a:pt x="462788" y="243840"/>
                </a:lnTo>
                <a:lnTo>
                  <a:pt x="462788" y="253365"/>
                </a:lnTo>
                <a:lnTo>
                  <a:pt x="469392" y="253365"/>
                </a:lnTo>
                <a:lnTo>
                  <a:pt x="469392" y="262890"/>
                </a:lnTo>
                <a:lnTo>
                  <a:pt x="484505" y="262890"/>
                </a:lnTo>
                <a:lnTo>
                  <a:pt x="484505" y="272415"/>
                </a:lnTo>
                <a:lnTo>
                  <a:pt x="496570" y="272415"/>
                </a:lnTo>
                <a:lnTo>
                  <a:pt x="496570" y="281940"/>
                </a:lnTo>
                <a:lnTo>
                  <a:pt x="532765" y="281940"/>
                </a:lnTo>
                <a:lnTo>
                  <a:pt x="532765" y="291592"/>
                </a:lnTo>
                <a:lnTo>
                  <a:pt x="540766" y="291592"/>
                </a:lnTo>
                <a:lnTo>
                  <a:pt x="540766" y="301244"/>
                </a:lnTo>
                <a:lnTo>
                  <a:pt x="556895" y="301244"/>
                </a:lnTo>
                <a:lnTo>
                  <a:pt x="556895" y="311023"/>
                </a:lnTo>
                <a:lnTo>
                  <a:pt x="557403" y="311023"/>
                </a:lnTo>
                <a:lnTo>
                  <a:pt x="557403" y="320675"/>
                </a:lnTo>
                <a:lnTo>
                  <a:pt x="574040" y="320675"/>
                </a:lnTo>
                <a:lnTo>
                  <a:pt x="574040" y="330454"/>
                </a:lnTo>
                <a:lnTo>
                  <a:pt x="582041" y="330454"/>
                </a:lnTo>
                <a:lnTo>
                  <a:pt x="582041" y="340233"/>
                </a:lnTo>
                <a:lnTo>
                  <a:pt x="606679" y="340233"/>
                </a:lnTo>
                <a:lnTo>
                  <a:pt x="606679" y="350139"/>
                </a:lnTo>
                <a:lnTo>
                  <a:pt x="620268" y="350139"/>
                </a:lnTo>
                <a:lnTo>
                  <a:pt x="620268" y="360045"/>
                </a:lnTo>
                <a:lnTo>
                  <a:pt x="633349" y="360045"/>
                </a:lnTo>
                <a:lnTo>
                  <a:pt x="633349" y="369824"/>
                </a:lnTo>
                <a:lnTo>
                  <a:pt x="641477" y="369824"/>
                </a:lnTo>
                <a:lnTo>
                  <a:pt x="641477" y="379730"/>
                </a:lnTo>
                <a:lnTo>
                  <a:pt x="656082" y="379730"/>
                </a:lnTo>
                <a:lnTo>
                  <a:pt x="656082" y="389763"/>
                </a:lnTo>
                <a:lnTo>
                  <a:pt x="687197" y="389763"/>
                </a:lnTo>
                <a:lnTo>
                  <a:pt x="687197" y="399669"/>
                </a:lnTo>
                <a:lnTo>
                  <a:pt x="694817" y="399669"/>
                </a:lnTo>
                <a:lnTo>
                  <a:pt x="694817" y="409702"/>
                </a:lnTo>
                <a:lnTo>
                  <a:pt x="711835" y="409702"/>
                </a:lnTo>
                <a:lnTo>
                  <a:pt x="711835" y="419735"/>
                </a:lnTo>
                <a:lnTo>
                  <a:pt x="715391" y="419735"/>
                </a:lnTo>
                <a:lnTo>
                  <a:pt x="715391" y="429768"/>
                </a:lnTo>
                <a:lnTo>
                  <a:pt x="718439" y="429768"/>
                </a:lnTo>
                <a:lnTo>
                  <a:pt x="718439" y="439928"/>
                </a:lnTo>
                <a:lnTo>
                  <a:pt x="746125" y="439928"/>
                </a:lnTo>
                <a:lnTo>
                  <a:pt x="746125" y="449961"/>
                </a:lnTo>
                <a:lnTo>
                  <a:pt x="769239" y="449961"/>
                </a:lnTo>
                <a:lnTo>
                  <a:pt x="769239" y="460121"/>
                </a:lnTo>
                <a:lnTo>
                  <a:pt x="810006" y="460121"/>
                </a:lnTo>
                <a:lnTo>
                  <a:pt x="810006" y="470281"/>
                </a:lnTo>
                <a:lnTo>
                  <a:pt x="812927" y="470281"/>
                </a:lnTo>
                <a:lnTo>
                  <a:pt x="812927" y="480441"/>
                </a:lnTo>
                <a:lnTo>
                  <a:pt x="820547" y="480441"/>
                </a:lnTo>
                <a:lnTo>
                  <a:pt x="820547" y="490601"/>
                </a:lnTo>
                <a:lnTo>
                  <a:pt x="827532" y="490601"/>
                </a:lnTo>
                <a:lnTo>
                  <a:pt x="827532" y="500888"/>
                </a:lnTo>
                <a:lnTo>
                  <a:pt x="845693" y="500888"/>
                </a:lnTo>
                <a:lnTo>
                  <a:pt x="845693" y="511175"/>
                </a:lnTo>
                <a:lnTo>
                  <a:pt x="849757" y="511175"/>
                </a:lnTo>
                <a:lnTo>
                  <a:pt x="849757" y="531749"/>
                </a:lnTo>
                <a:lnTo>
                  <a:pt x="871347" y="531749"/>
                </a:lnTo>
                <a:lnTo>
                  <a:pt x="871347" y="542036"/>
                </a:lnTo>
                <a:lnTo>
                  <a:pt x="883920" y="542036"/>
                </a:lnTo>
                <a:lnTo>
                  <a:pt x="883920" y="552450"/>
                </a:lnTo>
                <a:lnTo>
                  <a:pt x="889508" y="552450"/>
                </a:lnTo>
                <a:lnTo>
                  <a:pt x="889508" y="562737"/>
                </a:lnTo>
                <a:lnTo>
                  <a:pt x="891032" y="562737"/>
                </a:lnTo>
                <a:lnTo>
                  <a:pt x="891032" y="573151"/>
                </a:lnTo>
                <a:lnTo>
                  <a:pt x="892429" y="573151"/>
                </a:lnTo>
                <a:lnTo>
                  <a:pt x="892429" y="583565"/>
                </a:lnTo>
                <a:lnTo>
                  <a:pt x="905510" y="583565"/>
                </a:lnTo>
                <a:lnTo>
                  <a:pt x="905510" y="593979"/>
                </a:lnTo>
                <a:lnTo>
                  <a:pt x="913130" y="593979"/>
                </a:lnTo>
                <a:lnTo>
                  <a:pt x="913130" y="604520"/>
                </a:lnTo>
                <a:lnTo>
                  <a:pt x="919607" y="604520"/>
                </a:lnTo>
                <a:lnTo>
                  <a:pt x="919607" y="614934"/>
                </a:lnTo>
                <a:lnTo>
                  <a:pt x="958850" y="614934"/>
                </a:lnTo>
                <a:lnTo>
                  <a:pt x="958850" y="625475"/>
                </a:lnTo>
                <a:lnTo>
                  <a:pt x="964438" y="625475"/>
                </a:lnTo>
                <a:lnTo>
                  <a:pt x="964438" y="625475"/>
                </a:lnTo>
                <a:lnTo>
                  <a:pt x="971931" y="625475"/>
                </a:lnTo>
                <a:lnTo>
                  <a:pt x="971931" y="625475"/>
                </a:lnTo>
                <a:lnTo>
                  <a:pt x="986028" y="625475"/>
                </a:lnTo>
                <a:lnTo>
                  <a:pt x="986028" y="636270"/>
                </a:lnTo>
                <a:lnTo>
                  <a:pt x="1000633" y="636270"/>
                </a:lnTo>
                <a:lnTo>
                  <a:pt x="1000633" y="647065"/>
                </a:lnTo>
                <a:lnTo>
                  <a:pt x="1018794" y="647065"/>
                </a:lnTo>
                <a:lnTo>
                  <a:pt x="1018794" y="657860"/>
                </a:lnTo>
                <a:lnTo>
                  <a:pt x="1022223" y="657860"/>
                </a:lnTo>
                <a:lnTo>
                  <a:pt x="1022223" y="668655"/>
                </a:lnTo>
                <a:lnTo>
                  <a:pt x="1023239" y="668655"/>
                </a:lnTo>
                <a:lnTo>
                  <a:pt x="1023239" y="679450"/>
                </a:lnTo>
                <a:lnTo>
                  <a:pt x="1025271" y="679450"/>
                </a:lnTo>
                <a:lnTo>
                  <a:pt x="1025271" y="690372"/>
                </a:lnTo>
                <a:lnTo>
                  <a:pt x="1026287" y="690372"/>
                </a:lnTo>
                <a:lnTo>
                  <a:pt x="1026287" y="701294"/>
                </a:lnTo>
                <a:lnTo>
                  <a:pt x="1026795" y="701294"/>
                </a:lnTo>
                <a:lnTo>
                  <a:pt x="1026795" y="712216"/>
                </a:lnTo>
                <a:lnTo>
                  <a:pt x="1031875" y="712216"/>
                </a:lnTo>
                <a:lnTo>
                  <a:pt x="1031875" y="723138"/>
                </a:lnTo>
                <a:lnTo>
                  <a:pt x="1041908" y="723138"/>
                </a:lnTo>
                <a:lnTo>
                  <a:pt x="1041908" y="723138"/>
                </a:lnTo>
                <a:lnTo>
                  <a:pt x="1058037" y="723138"/>
                </a:lnTo>
                <a:lnTo>
                  <a:pt x="1058037" y="734187"/>
                </a:lnTo>
                <a:lnTo>
                  <a:pt x="1076579" y="734187"/>
                </a:lnTo>
                <a:lnTo>
                  <a:pt x="1076579" y="745363"/>
                </a:lnTo>
                <a:lnTo>
                  <a:pt x="1084199" y="745363"/>
                </a:lnTo>
                <a:lnTo>
                  <a:pt x="1084199" y="756412"/>
                </a:lnTo>
                <a:lnTo>
                  <a:pt x="1085723" y="756412"/>
                </a:lnTo>
                <a:lnTo>
                  <a:pt x="1085723" y="767588"/>
                </a:lnTo>
                <a:lnTo>
                  <a:pt x="1092708" y="767588"/>
                </a:lnTo>
                <a:lnTo>
                  <a:pt x="1092708" y="778891"/>
                </a:lnTo>
                <a:lnTo>
                  <a:pt x="1131443" y="778891"/>
                </a:lnTo>
                <a:lnTo>
                  <a:pt x="1131443" y="778891"/>
                </a:lnTo>
                <a:lnTo>
                  <a:pt x="1132967" y="778891"/>
                </a:lnTo>
                <a:lnTo>
                  <a:pt x="1132967" y="790194"/>
                </a:lnTo>
                <a:lnTo>
                  <a:pt x="1174750" y="790194"/>
                </a:lnTo>
                <a:lnTo>
                  <a:pt x="1174750" y="801624"/>
                </a:lnTo>
                <a:lnTo>
                  <a:pt x="1178179" y="801624"/>
                </a:lnTo>
                <a:lnTo>
                  <a:pt x="1178179" y="813054"/>
                </a:lnTo>
                <a:lnTo>
                  <a:pt x="1193800" y="813054"/>
                </a:lnTo>
                <a:lnTo>
                  <a:pt x="1193800" y="824484"/>
                </a:lnTo>
                <a:lnTo>
                  <a:pt x="1196340" y="824484"/>
                </a:lnTo>
                <a:lnTo>
                  <a:pt x="1196340" y="835914"/>
                </a:lnTo>
                <a:lnTo>
                  <a:pt x="1209421" y="835914"/>
                </a:lnTo>
                <a:lnTo>
                  <a:pt x="1209421" y="847471"/>
                </a:lnTo>
                <a:lnTo>
                  <a:pt x="1224026" y="847471"/>
                </a:lnTo>
                <a:lnTo>
                  <a:pt x="1224026" y="847471"/>
                </a:lnTo>
                <a:lnTo>
                  <a:pt x="1252728" y="847471"/>
                </a:lnTo>
                <a:lnTo>
                  <a:pt x="1252728" y="859155"/>
                </a:lnTo>
                <a:lnTo>
                  <a:pt x="1266317" y="859155"/>
                </a:lnTo>
                <a:lnTo>
                  <a:pt x="1266317" y="859155"/>
                </a:lnTo>
                <a:lnTo>
                  <a:pt x="1274318" y="859155"/>
                </a:lnTo>
                <a:lnTo>
                  <a:pt x="1274318" y="871093"/>
                </a:lnTo>
                <a:lnTo>
                  <a:pt x="1283843" y="871093"/>
                </a:lnTo>
                <a:lnTo>
                  <a:pt x="1283843" y="883031"/>
                </a:lnTo>
                <a:lnTo>
                  <a:pt x="1290447" y="883031"/>
                </a:lnTo>
                <a:lnTo>
                  <a:pt x="1290447" y="894969"/>
                </a:lnTo>
                <a:lnTo>
                  <a:pt x="1314577" y="894969"/>
                </a:lnTo>
                <a:lnTo>
                  <a:pt x="1314577" y="907034"/>
                </a:lnTo>
                <a:lnTo>
                  <a:pt x="1357884" y="907034"/>
                </a:lnTo>
                <a:lnTo>
                  <a:pt x="1357884" y="907034"/>
                </a:lnTo>
                <a:lnTo>
                  <a:pt x="1373886" y="907034"/>
                </a:lnTo>
                <a:lnTo>
                  <a:pt x="1373886" y="919226"/>
                </a:lnTo>
                <a:lnTo>
                  <a:pt x="1404112" y="919226"/>
                </a:lnTo>
                <a:lnTo>
                  <a:pt x="1404112" y="919226"/>
                </a:lnTo>
                <a:lnTo>
                  <a:pt x="1407160" y="919226"/>
                </a:lnTo>
                <a:lnTo>
                  <a:pt x="1407160" y="931672"/>
                </a:lnTo>
                <a:lnTo>
                  <a:pt x="1419225" y="931672"/>
                </a:lnTo>
                <a:lnTo>
                  <a:pt x="1419225" y="944245"/>
                </a:lnTo>
                <a:lnTo>
                  <a:pt x="1487678" y="944245"/>
                </a:lnTo>
                <a:lnTo>
                  <a:pt x="1487678" y="944245"/>
                </a:lnTo>
                <a:lnTo>
                  <a:pt x="1499743" y="944245"/>
                </a:lnTo>
                <a:lnTo>
                  <a:pt x="1499743" y="969772"/>
                </a:lnTo>
                <a:lnTo>
                  <a:pt x="1522857" y="969772"/>
                </a:lnTo>
                <a:lnTo>
                  <a:pt x="1522857" y="982726"/>
                </a:lnTo>
                <a:lnTo>
                  <a:pt x="1540510" y="982726"/>
                </a:lnTo>
                <a:lnTo>
                  <a:pt x="1540510" y="995553"/>
                </a:lnTo>
                <a:lnTo>
                  <a:pt x="1557020" y="995553"/>
                </a:lnTo>
                <a:lnTo>
                  <a:pt x="1557020" y="1008507"/>
                </a:lnTo>
                <a:lnTo>
                  <a:pt x="1574165" y="1008507"/>
                </a:lnTo>
                <a:lnTo>
                  <a:pt x="1574165" y="1021588"/>
                </a:lnTo>
                <a:lnTo>
                  <a:pt x="1581277" y="1021588"/>
                </a:lnTo>
                <a:lnTo>
                  <a:pt x="1581277" y="1034669"/>
                </a:lnTo>
                <a:lnTo>
                  <a:pt x="1589278" y="1034669"/>
                </a:lnTo>
                <a:lnTo>
                  <a:pt x="1589278" y="1034669"/>
                </a:lnTo>
                <a:lnTo>
                  <a:pt x="1621917" y="1034669"/>
                </a:lnTo>
                <a:lnTo>
                  <a:pt x="1621917" y="1048004"/>
                </a:lnTo>
                <a:lnTo>
                  <a:pt x="1624965" y="1048004"/>
                </a:lnTo>
                <a:lnTo>
                  <a:pt x="1624965" y="1061466"/>
                </a:lnTo>
                <a:lnTo>
                  <a:pt x="1658239" y="1061466"/>
                </a:lnTo>
                <a:lnTo>
                  <a:pt x="1658239" y="1061466"/>
                </a:lnTo>
                <a:lnTo>
                  <a:pt x="1690878" y="1061466"/>
                </a:lnTo>
                <a:lnTo>
                  <a:pt x="1690878" y="1075309"/>
                </a:lnTo>
                <a:lnTo>
                  <a:pt x="1740662" y="1075309"/>
                </a:lnTo>
                <a:lnTo>
                  <a:pt x="1740662" y="1075309"/>
                </a:lnTo>
                <a:lnTo>
                  <a:pt x="1747774" y="1075309"/>
                </a:lnTo>
                <a:lnTo>
                  <a:pt x="1747774" y="1089406"/>
                </a:lnTo>
                <a:lnTo>
                  <a:pt x="1748282" y="1089406"/>
                </a:lnTo>
                <a:lnTo>
                  <a:pt x="1748282" y="1103757"/>
                </a:lnTo>
                <a:lnTo>
                  <a:pt x="1755267" y="1103757"/>
                </a:lnTo>
                <a:lnTo>
                  <a:pt x="1755267" y="1103757"/>
                </a:lnTo>
                <a:lnTo>
                  <a:pt x="1778381" y="1103757"/>
                </a:lnTo>
                <a:lnTo>
                  <a:pt x="1778381" y="1118362"/>
                </a:lnTo>
                <a:lnTo>
                  <a:pt x="1780921" y="1118362"/>
                </a:lnTo>
                <a:lnTo>
                  <a:pt x="1780921" y="1133221"/>
                </a:lnTo>
                <a:lnTo>
                  <a:pt x="1806067" y="1133221"/>
                </a:lnTo>
                <a:lnTo>
                  <a:pt x="1806067" y="1148080"/>
                </a:lnTo>
                <a:lnTo>
                  <a:pt x="1924812" y="1148080"/>
                </a:lnTo>
                <a:lnTo>
                  <a:pt x="1924812" y="1163066"/>
                </a:lnTo>
                <a:lnTo>
                  <a:pt x="1931416" y="1163066"/>
                </a:lnTo>
                <a:lnTo>
                  <a:pt x="1931416" y="1163066"/>
                </a:lnTo>
                <a:lnTo>
                  <a:pt x="1934337" y="1163066"/>
                </a:lnTo>
                <a:lnTo>
                  <a:pt x="1934337" y="1178560"/>
                </a:lnTo>
                <a:lnTo>
                  <a:pt x="1938909" y="1178560"/>
                </a:lnTo>
                <a:lnTo>
                  <a:pt x="1938909" y="1178560"/>
                </a:lnTo>
                <a:lnTo>
                  <a:pt x="1946529" y="1178560"/>
                </a:lnTo>
                <a:lnTo>
                  <a:pt x="1946529" y="1194689"/>
                </a:lnTo>
                <a:lnTo>
                  <a:pt x="1958086" y="1194689"/>
                </a:lnTo>
                <a:lnTo>
                  <a:pt x="1958086" y="1211072"/>
                </a:lnTo>
                <a:lnTo>
                  <a:pt x="2005330" y="1211072"/>
                </a:lnTo>
                <a:lnTo>
                  <a:pt x="2005330" y="1227455"/>
                </a:lnTo>
                <a:lnTo>
                  <a:pt x="2014347" y="1227455"/>
                </a:lnTo>
                <a:lnTo>
                  <a:pt x="2014347" y="1244092"/>
                </a:lnTo>
                <a:lnTo>
                  <a:pt x="2071751" y="1244092"/>
                </a:lnTo>
                <a:lnTo>
                  <a:pt x="2071751" y="1260856"/>
                </a:lnTo>
                <a:lnTo>
                  <a:pt x="2088388" y="1260856"/>
                </a:lnTo>
                <a:lnTo>
                  <a:pt x="2088388" y="1260856"/>
                </a:lnTo>
                <a:lnTo>
                  <a:pt x="2129536" y="1260856"/>
                </a:lnTo>
                <a:lnTo>
                  <a:pt x="2129536" y="1260856"/>
                </a:lnTo>
                <a:lnTo>
                  <a:pt x="2139696" y="1260856"/>
                </a:lnTo>
                <a:lnTo>
                  <a:pt x="2139696" y="1279144"/>
                </a:lnTo>
                <a:lnTo>
                  <a:pt x="2275459" y="1279144"/>
                </a:lnTo>
                <a:lnTo>
                  <a:pt x="2275459" y="1279144"/>
                </a:lnTo>
                <a:lnTo>
                  <a:pt x="2438527" y="1279144"/>
                </a:lnTo>
                <a:lnTo>
                  <a:pt x="2438527" y="1279144"/>
                </a:lnTo>
                <a:lnTo>
                  <a:pt x="2514473" y="1279144"/>
                </a:lnTo>
                <a:lnTo>
                  <a:pt x="2514473" y="1299845"/>
                </a:lnTo>
                <a:lnTo>
                  <a:pt x="2531618" y="1299845"/>
                </a:lnTo>
                <a:lnTo>
                  <a:pt x="2531618" y="1321435"/>
                </a:lnTo>
                <a:lnTo>
                  <a:pt x="2796159" y="1321435"/>
                </a:lnTo>
                <a:lnTo>
                  <a:pt x="2796159" y="1343914"/>
                </a:lnTo>
                <a:lnTo>
                  <a:pt x="2823337" y="1343914"/>
                </a:lnTo>
                <a:lnTo>
                  <a:pt x="2823337" y="1343914"/>
                </a:lnTo>
                <a:lnTo>
                  <a:pt x="2890774" y="1343914"/>
                </a:lnTo>
                <a:lnTo>
                  <a:pt x="2890774" y="1367663"/>
                </a:lnTo>
                <a:lnTo>
                  <a:pt x="3018536" y="1367663"/>
                </a:lnTo>
                <a:lnTo>
                  <a:pt x="3018536" y="1367663"/>
                </a:lnTo>
                <a:lnTo>
                  <a:pt x="3018536" y="1572006"/>
                </a:lnTo>
                <a:lnTo>
                  <a:pt x="3018536" y="1572006"/>
                </a:lnTo>
                <a:lnTo>
                  <a:pt x="2890774" y="1572006"/>
                </a:lnTo>
                <a:lnTo>
                  <a:pt x="2890774" y="1550162"/>
                </a:lnTo>
                <a:lnTo>
                  <a:pt x="2823337" y="1550162"/>
                </a:lnTo>
                <a:lnTo>
                  <a:pt x="2823337" y="1550162"/>
                </a:lnTo>
                <a:lnTo>
                  <a:pt x="2796159" y="1550162"/>
                </a:lnTo>
                <a:lnTo>
                  <a:pt x="2796159" y="1531239"/>
                </a:lnTo>
                <a:lnTo>
                  <a:pt x="2531618" y="1531239"/>
                </a:lnTo>
                <a:lnTo>
                  <a:pt x="2531618" y="1511173"/>
                </a:lnTo>
                <a:lnTo>
                  <a:pt x="2514473" y="1511173"/>
                </a:lnTo>
                <a:lnTo>
                  <a:pt x="2514473" y="1490345"/>
                </a:lnTo>
                <a:lnTo>
                  <a:pt x="2438527" y="1490345"/>
                </a:lnTo>
                <a:lnTo>
                  <a:pt x="2438527" y="1490345"/>
                </a:lnTo>
                <a:lnTo>
                  <a:pt x="2275459" y="1490345"/>
                </a:lnTo>
                <a:lnTo>
                  <a:pt x="2275459" y="1490345"/>
                </a:lnTo>
                <a:lnTo>
                  <a:pt x="2139696" y="1490345"/>
                </a:lnTo>
                <a:lnTo>
                  <a:pt x="2139696" y="1474851"/>
                </a:lnTo>
                <a:lnTo>
                  <a:pt x="2129536" y="1474851"/>
                </a:lnTo>
                <a:lnTo>
                  <a:pt x="2129536" y="1474851"/>
                </a:lnTo>
                <a:lnTo>
                  <a:pt x="2088388" y="1474851"/>
                </a:lnTo>
                <a:lnTo>
                  <a:pt x="2088388" y="1474851"/>
                </a:lnTo>
                <a:lnTo>
                  <a:pt x="2071751" y="1474851"/>
                </a:lnTo>
                <a:lnTo>
                  <a:pt x="2071751" y="1461516"/>
                </a:lnTo>
                <a:lnTo>
                  <a:pt x="2014347" y="1461516"/>
                </a:lnTo>
                <a:lnTo>
                  <a:pt x="2014347" y="1448054"/>
                </a:lnTo>
                <a:lnTo>
                  <a:pt x="2005330" y="1448054"/>
                </a:lnTo>
                <a:lnTo>
                  <a:pt x="2005330" y="1434465"/>
                </a:lnTo>
                <a:lnTo>
                  <a:pt x="1958086" y="1434465"/>
                </a:lnTo>
                <a:lnTo>
                  <a:pt x="1958086" y="1420622"/>
                </a:lnTo>
                <a:lnTo>
                  <a:pt x="1946529" y="1420622"/>
                </a:lnTo>
                <a:lnTo>
                  <a:pt x="1946529" y="1406652"/>
                </a:lnTo>
                <a:lnTo>
                  <a:pt x="1938909" y="1406652"/>
                </a:lnTo>
                <a:lnTo>
                  <a:pt x="1938909" y="1406652"/>
                </a:lnTo>
                <a:lnTo>
                  <a:pt x="1934337" y="1406652"/>
                </a:lnTo>
                <a:lnTo>
                  <a:pt x="1934337" y="1393317"/>
                </a:lnTo>
                <a:lnTo>
                  <a:pt x="1931416" y="1393317"/>
                </a:lnTo>
                <a:lnTo>
                  <a:pt x="1931416" y="1393317"/>
                </a:lnTo>
                <a:lnTo>
                  <a:pt x="1924812" y="1393317"/>
                </a:lnTo>
                <a:lnTo>
                  <a:pt x="1924812" y="1380617"/>
                </a:lnTo>
                <a:lnTo>
                  <a:pt x="1806067" y="1380617"/>
                </a:lnTo>
                <a:lnTo>
                  <a:pt x="1806067" y="1367663"/>
                </a:lnTo>
                <a:lnTo>
                  <a:pt x="1780921" y="1367663"/>
                </a:lnTo>
                <a:lnTo>
                  <a:pt x="1780921" y="1354709"/>
                </a:lnTo>
                <a:lnTo>
                  <a:pt x="1778381" y="1354709"/>
                </a:lnTo>
                <a:lnTo>
                  <a:pt x="1778381" y="1341628"/>
                </a:lnTo>
                <a:lnTo>
                  <a:pt x="1755267" y="1341628"/>
                </a:lnTo>
                <a:lnTo>
                  <a:pt x="1755267" y="1341628"/>
                </a:lnTo>
                <a:lnTo>
                  <a:pt x="1748282" y="1341628"/>
                </a:lnTo>
                <a:lnTo>
                  <a:pt x="1748282" y="1329055"/>
                </a:lnTo>
                <a:lnTo>
                  <a:pt x="1747774" y="1329055"/>
                </a:lnTo>
                <a:lnTo>
                  <a:pt x="1747774" y="1316355"/>
                </a:lnTo>
                <a:lnTo>
                  <a:pt x="1740662" y="1316355"/>
                </a:lnTo>
                <a:lnTo>
                  <a:pt x="1740662" y="1316355"/>
                </a:lnTo>
                <a:lnTo>
                  <a:pt x="1690878" y="1316355"/>
                </a:lnTo>
                <a:lnTo>
                  <a:pt x="1690878" y="1304036"/>
                </a:lnTo>
                <a:lnTo>
                  <a:pt x="1658239" y="1304036"/>
                </a:lnTo>
                <a:lnTo>
                  <a:pt x="1658239" y="1304036"/>
                </a:lnTo>
                <a:lnTo>
                  <a:pt x="1624965" y="1304036"/>
                </a:lnTo>
                <a:lnTo>
                  <a:pt x="1624965" y="1292098"/>
                </a:lnTo>
                <a:lnTo>
                  <a:pt x="1621917" y="1292098"/>
                </a:lnTo>
                <a:lnTo>
                  <a:pt x="1621917" y="1280160"/>
                </a:lnTo>
                <a:lnTo>
                  <a:pt x="1589278" y="1280160"/>
                </a:lnTo>
                <a:lnTo>
                  <a:pt x="1589278" y="1280160"/>
                </a:lnTo>
                <a:lnTo>
                  <a:pt x="1581277" y="1280160"/>
                </a:lnTo>
                <a:lnTo>
                  <a:pt x="1581277" y="1268476"/>
                </a:lnTo>
                <a:lnTo>
                  <a:pt x="1574165" y="1268476"/>
                </a:lnTo>
                <a:lnTo>
                  <a:pt x="1574165" y="1256792"/>
                </a:lnTo>
                <a:lnTo>
                  <a:pt x="1557020" y="1256792"/>
                </a:lnTo>
                <a:lnTo>
                  <a:pt x="1557020" y="1244981"/>
                </a:lnTo>
                <a:lnTo>
                  <a:pt x="1540510" y="1244981"/>
                </a:lnTo>
                <a:lnTo>
                  <a:pt x="1540510" y="1233170"/>
                </a:lnTo>
                <a:lnTo>
                  <a:pt x="1522857" y="1233170"/>
                </a:lnTo>
                <a:lnTo>
                  <a:pt x="1522857" y="1221359"/>
                </a:lnTo>
                <a:lnTo>
                  <a:pt x="1499743" y="1221359"/>
                </a:lnTo>
                <a:lnTo>
                  <a:pt x="1499743" y="1197483"/>
                </a:lnTo>
                <a:lnTo>
                  <a:pt x="1487678" y="1197483"/>
                </a:lnTo>
                <a:lnTo>
                  <a:pt x="1487678" y="1197483"/>
                </a:lnTo>
                <a:lnTo>
                  <a:pt x="1419225" y="1197483"/>
                </a:lnTo>
                <a:lnTo>
                  <a:pt x="1419225" y="1185799"/>
                </a:lnTo>
                <a:lnTo>
                  <a:pt x="1407160" y="1185799"/>
                </a:lnTo>
                <a:lnTo>
                  <a:pt x="1407160" y="1174115"/>
                </a:lnTo>
                <a:lnTo>
                  <a:pt x="1404112" y="1174115"/>
                </a:lnTo>
                <a:lnTo>
                  <a:pt x="1404112" y="1174115"/>
                </a:lnTo>
                <a:lnTo>
                  <a:pt x="1373886" y="1174115"/>
                </a:lnTo>
                <a:lnTo>
                  <a:pt x="1373886" y="1162685"/>
                </a:lnTo>
                <a:lnTo>
                  <a:pt x="1357884" y="1162685"/>
                </a:lnTo>
                <a:lnTo>
                  <a:pt x="1357884" y="1162685"/>
                </a:lnTo>
                <a:lnTo>
                  <a:pt x="1314577" y="1162685"/>
                </a:lnTo>
                <a:lnTo>
                  <a:pt x="1314577" y="1151382"/>
                </a:lnTo>
                <a:lnTo>
                  <a:pt x="1290447" y="1151382"/>
                </a:lnTo>
                <a:lnTo>
                  <a:pt x="1290447" y="1140079"/>
                </a:lnTo>
                <a:lnTo>
                  <a:pt x="1283843" y="1140079"/>
                </a:lnTo>
                <a:lnTo>
                  <a:pt x="1283843" y="1128776"/>
                </a:lnTo>
                <a:lnTo>
                  <a:pt x="1274318" y="1128776"/>
                </a:lnTo>
                <a:lnTo>
                  <a:pt x="1274318" y="1117473"/>
                </a:lnTo>
                <a:lnTo>
                  <a:pt x="1266317" y="1117473"/>
                </a:lnTo>
                <a:lnTo>
                  <a:pt x="1266317" y="1117473"/>
                </a:lnTo>
                <a:lnTo>
                  <a:pt x="1252728" y="1117473"/>
                </a:lnTo>
                <a:lnTo>
                  <a:pt x="1252728" y="1106297"/>
                </a:lnTo>
                <a:lnTo>
                  <a:pt x="1224026" y="1106297"/>
                </a:lnTo>
                <a:lnTo>
                  <a:pt x="1224026" y="1106297"/>
                </a:lnTo>
                <a:lnTo>
                  <a:pt x="1209421" y="1106297"/>
                </a:lnTo>
                <a:lnTo>
                  <a:pt x="1209421" y="1095375"/>
                </a:lnTo>
                <a:lnTo>
                  <a:pt x="1196340" y="1095375"/>
                </a:lnTo>
                <a:lnTo>
                  <a:pt x="1196340" y="1084326"/>
                </a:lnTo>
                <a:lnTo>
                  <a:pt x="1193800" y="1084326"/>
                </a:lnTo>
                <a:lnTo>
                  <a:pt x="1193800" y="1073277"/>
                </a:lnTo>
                <a:lnTo>
                  <a:pt x="1178179" y="1073277"/>
                </a:lnTo>
                <a:lnTo>
                  <a:pt x="1178179" y="1062228"/>
                </a:lnTo>
                <a:lnTo>
                  <a:pt x="1174750" y="1062228"/>
                </a:lnTo>
                <a:lnTo>
                  <a:pt x="1174750" y="1051179"/>
                </a:lnTo>
                <a:lnTo>
                  <a:pt x="1132967" y="1051179"/>
                </a:lnTo>
                <a:lnTo>
                  <a:pt x="1132967" y="1040130"/>
                </a:lnTo>
                <a:lnTo>
                  <a:pt x="1131443" y="1040130"/>
                </a:lnTo>
                <a:lnTo>
                  <a:pt x="1131443" y="1040130"/>
                </a:lnTo>
                <a:lnTo>
                  <a:pt x="1092708" y="1040130"/>
                </a:lnTo>
                <a:lnTo>
                  <a:pt x="1092708" y="1029208"/>
                </a:lnTo>
                <a:lnTo>
                  <a:pt x="1085723" y="1029208"/>
                </a:lnTo>
                <a:lnTo>
                  <a:pt x="1085723" y="1018286"/>
                </a:lnTo>
                <a:lnTo>
                  <a:pt x="1084199" y="1018286"/>
                </a:lnTo>
                <a:lnTo>
                  <a:pt x="1084199" y="1007237"/>
                </a:lnTo>
                <a:lnTo>
                  <a:pt x="1076579" y="1007237"/>
                </a:lnTo>
                <a:lnTo>
                  <a:pt x="1076579" y="996315"/>
                </a:lnTo>
                <a:lnTo>
                  <a:pt x="1058037" y="996315"/>
                </a:lnTo>
                <a:lnTo>
                  <a:pt x="1058037" y="985266"/>
                </a:lnTo>
                <a:lnTo>
                  <a:pt x="1041908" y="985266"/>
                </a:lnTo>
                <a:lnTo>
                  <a:pt x="1041908" y="985266"/>
                </a:lnTo>
                <a:lnTo>
                  <a:pt x="1031875" y="985266"/>
                </a:lnTo>
                <a:lnTo>
                  <a:pt x="1031875" y="974344"/>
                </a:lnTo>
                <a:lnTo>
                  <a:pt x="1026795" y="974344"/>
                </a:lnTo>
                <a:lnTo>
                  <a:pt x="1026795" y="963422"/>
                </a:lnTo>
                <a:lnTo>
                  <a:pt x="1026287" y="963422"/>
                </a:lnTo>
                <a:lnTo>
                  <a:pt x="1026287" y="952500"/>
                </a:lnTo>
                <a:lnTo>
                  <a:pt x="1025271" y="952500"/>
                </a:lnTo>
                <a:lnTo>
                  <a:pt x="1025271" y="941578"/>
                </a:lnTo>
                <a:lnTo>
                  <a:pt x="1023239" y="941578"/>
                </a:lnTo>
                <a:lnTo>
                  <a:pt x="1023239" y="930656"/>
                </a:lnTo>
                <a:lnTo>
                  <a:pt x="1022223" y="930656"/>
                </a:lnTo>
                <a:lnTo>
                  <a:pt x="1022223" y="919607"/>
                </a:lnTo>
                <a:lnTo>
                  <a:pt x="1018794" y="919607"/>
                </a:lnTo>
                <a:lnTo>
                  <a:pt x="1018794" y="908558"/>
                </a:lnTo>
                <a:lnTo>
                  <a:pt x="1000633" y="908558"/>
                </a:lnTo>
                <a:lnTo>
                  <a:pt x="1000633" y="897509"/>
                </a:lnTo>
                <a:lnTo>
                  <a:pt x="986028" y="897509"/>
                </a:lnTo>
                <a:lnTo>
                  <a:pt x="986028" y="886460"/>
                </a:lnTo>
                <a:lnTo>
                  <a:pt x="971931" y="886460"/>
                </a:lnTo>
                <a:lnTo>
                  <a:pt x="971931" y="886460"/>
                </a:lnTo>
                <a:lnTo>
                  <a:pt x="964438" y="886460"/>
                </a:lnTo>
                <a:lnTo>
                  <a:pt x="964438" y="886460"/>
                </a:lnTo>
                <a:lnTo>
                  <a:pt x="958850" y="886460"/>
                </a:lnTo>
                <a:lnTo>
                  <a:pt x="958850" y="875665"/>
                </a:lnTo>
                <a:lnTo>
                  <a:pt x="919607" y="875665"/>
                </a:lnTo>
                <a:lnTo>
                  <a:pt x="919607" y="864870"/>
                </a:lnTo>
                <a:lnTo>
                  <a:pt x="913130" y="864870"/>
                </a:lnTo>
                <a:lnTo>
                  <a:pt x="913130" y="854075"/>
                </a:lnTo>
                <a:lnTo>
                  <a:pt x="905510" y="854075"/>
                </a:lnTo>
                <a:lnTo>
                  <a:pt x="905510" y="843153"/>
                </a:lnTo>
                <a:lnTo>
                  <a:pt x="892429" y="843153"/>
                </a:lnTo>
                <a:lnTo>
                  <a:pt x="892429" y="832358"/>
                </a:lnTo>
                <a:lnTo>
                  <a:pt x="891032" y="832358"/>
                </a:lnTo>
                <a:lnTo>
                  <a:pt x="891032" y="821436"/>
                </a:lnTo>
                <a:lnTo>
                  <a:pt x="889508" y="821436"/>
                </a:lnTo>
                <a:lnTo>
                  <a:pt x="889508" y="810514"/>
                </a:lnTo>
                <a:lnTo>
                  <a:pt x="883920" y="810514"/>
                </a:lnTo>
                <a:lnTo>
                  <a:pt x="883920" y="799592"/>
                </a:lnTo>
                <a:lnTo>
                  <a:pt x="871347" y="799592"/>
                </a:lnTo>
                <a:lnTo>
                  <a:pt x="871347" y="788543"/>
                </a:lnTo>
                <a:lnTo>
                  <a:pt x="849757" y="788543"/>
                </a:lnTo>
                <a:lnTo>
                  <a:pt x="849757" y="766572"/>
                </a:lnTo>
                <a:lnTo>
                  <a:pt x="845693" y="766572"/>
                </a:lnTo>
                <a:lnTo>
                  <a:pt x="845693" y="755523"/>
                </a:lnTo>
                <a:lnTo>
                  <a:pt x="827532" y="755523"/>
                </a:lnTo>
                <a:lnTo>
                  <a:pt x="827532" y="744474"/>
                </a:lnTo>
                <a:lnTo>
                  <a:pt x="820547" y="744474"/>
                </a:lnTo>
                <a:lnTo>
                  <a:pt x="820547" y="733425"/>
                </a:lnTo>
                <a:lnTo>
                  <a:pt x="812927" y="733425"/>
                </a:lnTo>
                <a:lnTo>
                  <a:pt x="812927" y="722249"/>
                </a:lnTo>
                <a:lnTo>
                  <a:pt x="810006" y="722249"/>
                </a:lnTo>
                <a:lnTo>
                  <a:pt x="810006" y="711200"/>
                </a:lnTo>
                <a:lnTo>
                  <a:pt x="769239" y="711200"/>
                </a:lnTo>
                <a:lnTo>
                  <a:pt x="769239" y="700024"/>
                </a:lnTo>
                <a:lnTo>
                  <a:pt x="746125" y="700024"/>
                </a:lnTo>
                <a:lnTo>
                  <a:pt x="746125" y="688848"/>
                </a:lnTo>
                <a:lnTo>
                  <a:pt x="718439" y="688848"/>
                </a:lnTo>
                <a:lnTo>
                  <a:pt x="718439" y="677545"/>
                </a:lnTo>
                <a:lnTo>
                  <a:pt x="715391" y="677545"/>
                </a:lnTo>
                <a:lnTo>
                  <a:pt x="715391" y="666369"/>
                </a:lnTo>
                <a:lnTo>
                  <a:pt x="711835" y="666369"/>
                </a:lnTo>
                <a:lnTo>
                  <a:pt x="711835" y="655066"/>
                </a:lnTo>
                <a:lnTo>
                  <a:pt x="694817" y="655066"/>
                </a:lnTo>
                <a:lnTo>
                  <a:pt x="694817" y="643763"/>
                </a:lnTo>
                <a:lnTo>
                  <a:pt x="687197" y="643763"/>
                </a:lnTo>
                <a:lnTo>
                  <a:pt x="687197" y="632460"/>
                </a:lnTo>
                <a:lnTo>
                  <a:pt x="656082" y="632460"/>
                </a:lnTo>
                <a:lnTo>
                  <a:pt x="656082" y="621157"/>
                </a:lnTo>
                <a:lnTo>
                  <a:pt x="641477" y="621157"/>
                </a:lnTo>
                <a:lnTo>
                  <a:pt x="641477" y="609727"/>
                </a:lnTo>
                <a:lnTo>
                  <a:pt x="633349" y="609727"/>
                </a:lnTo>
                <a:lnTo>
                  <a:pt x="633349" y="598297"/>
                </a:lnTo>
                <a:lnTo>
                  <a:pt x="620268" y="598297"/>
                </a:lnTo>
                <a:lnTo>
                  <a:pt x="620268" y="586867"/>
                </a:lnTo>
                <a:lnTo>
                  <a:pt x="606679" y="586867"/>
                </a:lnTo>
                <a:lnTo>
                  <a:pt x="606679" y="575437"/>
                </a:lnTo>
                <a:lnTo>
                  <a:pt x="582041" y="575437"/>
                </a:lnTo>
                <a:lnTo>
                  <a:pt x="582041" y="563880"/>
                </a:lnTo>
                <a:lnTo>
                  <a:pt x="574040" y="563880"/>
                </a:lnTo>
                <a:lnTo>
                  <a:pt x="574040" y="552450"/>
                </a:lnTo>
                <a:lnTo>
                  <a:pt x="557403" y="552450"/>
                </a:lnTo>
                <a:lnTo>
                  <a:pt x="557403" y="540893"/>
                </a:lnTo>
                <a:lnTo>
                  <a:pt x="556895" y="540893"/>
                </a:lnTo>
                <a:lnTo>
                  <a:pt x="556895" y="529209"/>
                </a:lnTo>
                <a:lnTo>
                  <a:pt x="540766" y="529209"/>
                </a:lnTo>
                <a:lnTo>
                  <a:pt x="540766" y="517652"/>
                </a:lnTo>
                <a:lnTo>
                  <a:pt x="532765" y="517652"/>
                </a:lnTo>
                <a:lnTo>
                  <a:pt x="532765" y="505968"/>
                </a:lnTo>
                <a:lnTo>
                  <a:pt x="496570" y="505968"/>
                </a:lnTo>
                <a:lnTo>
                  <a:pt x="496570" y="494284"/>
                </a:lnTo>
                <a:lnTo>
                  <a:pt x="484505" y="494284"/>
                </a:lnTo>
                <a:lnTo>
                  <a:pt x="484505" y="482473"/>
                </a:lnTo>
                <a:lnTo>
                  <a:pt x="469392" y="482473"/>
                </a:lnTo>
                <a:lnTo>
                  <a:pt x="469392" y="470789"/>
                </a:lnTo>
                <a:lnTo>
                  <a:pt x="462788" y="470789"/>
                </a:lnTo>
                <a:lnTo>
                  <a:pt x="462788" y="458978"/>
                </a:lnTo>
                <a:lnTo>
                  <a:pt x="462280" y="458978"/>
                </a:lnTo>
                <a:lnTo>
                  <a:pt x="462280" y="447040"/>
                </a:lnTo>
                <a:lnTo>
                  <a:pt x="437642" y="447040"/>
                </a:lnTo>
                <a:lnTo>
                  <a:pt x="437642" y="435229"/>
                </a:lnTo>
                <a:lnTo>
                  <a:pt x="421640" y="435229"/>
                </a:lnTo>
                <a:lnTo>
                  <a:pt x="421640" y="423291"/>
                </a:lnTo>
                <a:lnTo>
                  <a:pt x="420624" y="423291"/>
                </a:lnTo>
                <a:lnTo>
                  <a:pt x="420624" y="411226"/>
                </a:lnTo>
                <a:lnTo>
                  <a:pt x="419608" y="411226"/>
                </a:lnTo>
                <a:lnTo>
                  <a:pt x="419608" y="399288"/>
                </a:lnTo>
                <a:lnTo>
                  <a:pt x="417576" y="399288"/>
                </a:lnTo>
                <a:lnTo>
                  <a:pt x="417576" y="387223"/>
                </a:lnTo>
                <a:lnTo>
                  <a:pt x="394462" y="387223"/>
                </a:lnTo>
                <a:lnTo>
                  <a:pt x="394462" y="375031"/>
                </a:lnTo>
                <a:lnTo>
                  <a:pt x="360172" y="375031"/>
                </a:lnTo>
                <a:lnTo>
                  <a:pt x="360172" y="362839"/>
                </a:lnTo>
                <a:lnTo>
                  <a:pt x="357124" y="362839"/>
                </a:lnTo>
                <a:lnTo>
                  <a:pt x="357124" y="350647"/>
                </a:lnTo>
                <a:lnTo>
                  <a:pt x="317881" y="350647"/>
                </a:lnTo>
                <a:lnTo>
                  <a:pt x="317881" y="338328"/>
                </a:lnTo>
                <a:lnTo>
                  <a:pt x="315468" y="338328"/>
                </a:lnTo>
                <a:lnTo>
                  <a:pt x="315468" y="326009"/>
                </a:lnTo>
                <a:lnTo>
                  <a:pt x="304419" y="326009"/>
                </a:lnTo>
                <a:lnTo>
                  <a:pt x="304419" y="313563"/>
                </a:lnTo>
                <a:lnTo>
                  <a:pt x="276225" y="313563"/>
                </a:lnTo>
                <a:lnTo>
                  <a:pt x="276225" y="301117"/>
                </a:lnTo>
                <a:lnTo>
                  <a:pt x="275717" y="301117"/>
                </a:lnTo>
                <a:lnTo>
                  <a:pt x="275717" y="288544"/>
                </a:lnTo>
                <a:lnTo>
                  <a:pt x="275209" y="288544"/>
                </a:lnTo>
                <a:lnTo>
                  <a:pt x="275209" y="275971"/>
                </a:lnTo>
                <a:lnTo>
                  <a:pt x="271653" y="275971"/>
                </a:lnTo>
                <a:lnTo>
                  <a:pt x="271653" y="263144"/>
                </a:lnTo>
                <a:lnTo>
                  <a:pt x="263652" y="263144"/>
                </a:lnTo>
                <a:lnTo>
                  <a:pt x="263652" y="250444"/>
                </a:lnTo>
                <a:lnTo>
                  <a:pt x="240919" y="250444"/>
                </a:lnTo>
                <a:lnTo>
                  <a:pt x="240919" y="237490"/>
                </a:lnTo>
                <a:lnTo>
                  <a:pt x="239014" y="237490"/>
                </a:lnTo>
                <a:lnTo>
                  <a:pt x="239014" y="224409"/>
                </a:lnTo>
                <a:lnTo>
                  <a:pt x="237998" y="224409"/>
                </a:lnTo>
                <a:lnTo>
                  <a:pt x="237998" y="211328"/>
                </a:lnTo>
                <a:lnTo>
                  <a:pt x="220853" y="211328"/>
                </a:lnTo>
                <a:lnTo>
                  <a:pt x="220853" y="198120"/>
                </a:lnTo>
                <a:lnTo>
                  <a:pt x="204724" y="198120"/>
                </a:lnTo>
                <a:lnTo>
                  <a:pt x="204724" y="184658"/>
                </a:lnTo>
                <a:lnTo>
                  <a:pt x="194691" y="184658"/>
                </a:lnTo>
                <a:lnTo>
                  <a:pt x="194691" y="171069"/>
                </a:lnTo>
                <a:lnTo>
                  <a:pt x="190119" y="171069"/>
                </a:lnTo>
                <a:lnTo>
                  <a:pt x="190119" y="157353"/>
                </a:lnTo>
                <a:lnTo>
                  <a:pt x="184150" y="157353"/>
                </a:lnTo>
                <a:lnTo>
                  <a:pt x="184150" y="143383"/>
                </a:lnTo>
                <a:lnTo>
                  <a:pt x="159004" y="143383"/>
                </a:lnTo>
                <a:lnTo>
                  <a:pt x="159004" y="129159"/>
                </a:lnTo>
                <a:lnTo>
                  <a:pt x="148844" y="129159"/>
                </a:lnTo>
                <a:lnTo>
                  <a:pt x="148844" y="114681"/>
                </a:lnTo>
                <a:lnTo>
                  <a:pt x="142367" y="114681"/>
                </a:lnTo>
                <a:lnTo>
                  <a:pt x="142367" y="99695"/>
                </a:lnTo>
                <a:lnTo>
                  <a:pt x="123190" y="99695"/>
                </a:lnTo>
                <a:lnTo>
                  <a:pt x="123190" y="68199"/>
                </a:lnTo>
                <a:lnTo>
                  <a:pt x="52832" y="68199"/>
                </a:lnTo>
                <a:lnTo>
                  <a:pt x="52832" y="31750"/>
                </a:lnTo>
                <a:lnTo>
                  <a:pt x="45720" y="31750"/>
                </a:lnTo>
                <a:lnTo>
                  <a:pt x="4572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5E00">
              <a:alpha val="16000"/>
            </a:srgbClr>
          </a:solidFill>
          <a:ln xmlns:a="http://schemas.openxmlformats.org/drawingml/2006/main" w="0" cap="rnd">
            <a:noFill/>
            <a:prstDash val="solid"/>
            <a:round/>
          </a:ln>
        </p:spPr>
      </p:sp>
      <p:sp>
        <p:nvSpPr>
          <p:cNvPr id="196" name="element_0196_line">
            <a:extLst xmlns:a="http://schemas.openxmlformats.org/drawingml/2006/main">
              <a:ext uri="{FF2B5EF4-FFF2-40B4-BE49-F238E27FC236}">
                <a16:creationId xmlns:a16="http://schemas.microsoft.com/office/drawing/2014/main" id="{9FF8F6BF-4DA8-4930-BECE-760BA77B3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5645" y="964311"/>
            <a:ext cx="71755" cy="10"/>
          </a:xfrm>
          <a:custGeom xmlns:a="http://schemas.openxmlformats.org/drawingml/2006/main">
            <a:pathLst>
              <a:path w="71755" h="10">
                <a:moveTo>
                  <a:pt x="0" y="0"/>
                </a:moveTo>
                <a:lnTo>
                  <a:pt x="717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197" name="element_0197_line">
            <a:extLst xmlns:a="http://schemas.openxmlformats.org/drawingml/2006/main">
              <a:ext uri="{FF2B5EF4-FFF2-40B4-BE49-F238E27FC236}">
                <a16:creationId xmlns:a16="http://schemas.microsoft.com/office/drawing/2014/main" id="{2DAB1B23-5B90-40B7-AB53-1D6D38EF4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1586" y="928497"/>
            <a:ext cx="10" cy="71755"/>
          </a:xfrm>
          <a:custGeom xmlns:a="http://schemas.openxmlformats.org/drawingml/2006/main">
            <a:pathLst>
              <a:path w="10" h="71755">
                <a:moveTo>
                  <a:pt x="0" y="717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198" name="element_0198_line">
            <a:extLst xmlns:a="http://schemas.openxmlformats.org/drawingml/2006/main">
              <a:ext uri="{FF2B5EF4-FFF2-40B4-BE49-F238E27FC236}">
                <a16:creationId xmlns:a16="http://schemas.microsoft.com/office/drawing/2014/main" id="{4A323B7A-36BB-4DE4-B7A5-194A0CA41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1741" y="964311"/>
            <a:ext cx="71755" cy="10"/>
          </a:xfrm>
          <a:custGeom xmlns:a="http://schemas.openxmlformats.org/drawingml/2006/main">
            <a:pathLst>
              <a:path w="71755" h="10">
                <a:moveTo>
                  <a:pt x="0" y="0"/>
                </a:moveTo>
                <a:lnTo>
                  <a:pt x="717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199" name="element_0199_line">
            <a:extLst xmlns:a="http://schemas.openxmlformats.org/drawingml/2006/main">
              <a:ext uri="{FF2B5EF4-FFF2-40B4-BE49-F238E27FC236}">
                <a16:creationId xmlns:a16="http://schemas.microsoft.com/office/drawing/2014/main" id="{72926A15-5D27-4770-8568-24A76EF16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7555" y="928497"/>
            <a:ext cx="10" cy="71755"/>
          </a:xfrm>
          <a:custGeom xmlns:a="http://schemas.openxmlformats.org/drawingml/2006/main">
            <a:pathLst>
              <a:path w="10" h="71755">
                <a:moveTo>
                  <a:pt x="0" y="717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200" name="element_0200_line">
            <a:extLst xmlns:a="http://schemas.openxmlformats.org/drawingml/2006/main">
              <a:ext uri="{FF2B5EF4-FFF2-40B4-BE49-F238E27FC236}">
                <a16:creationId xmlns:a16="http://schemas.microsoft.com/office/drawing/2014/main" id="{576FAF0C-00C5-46A1-BEC9-8F3C7A30D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821" y="964311"/>
            <a:ext cx="71628" cy="10"/>
          </a:xfrm>
          <a:custGeom xmlns:a="http://schemas.openxmlformats.org/drawingml/2006/main">
            <a:pathLst>
              <a:path w="71628" h="10">
                <a:moveTo>
                  <a:pt x="0" y="0"/>
                </a:moveTo>
                <a:lnTo>
                  <a:pt x="71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201" name="element_0201_line">
            <a:extLst xmlns:a="http://schemas.openxmlformats.org/drawingml/2006/main">
              <a:ext uri="{FF2B5EF4-FFF2-40B4-BE49-F238E27FC236}">
                <a16:creationId xmlns:a16="http://schemas.microsoft.com/office/drawing/2014/main" id="{C650941C-4627-4618-98CC-5B40F5F60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2635" y="928497"/>
            <a:ext cx="10" cy="71755"/>
          </a:xfrm>
          <a:custGeom xmlns:a="http://schemas.openxmlformats.org/drawingml/2006/main">
            <a:pathLst>
              <a:path w="10" h="71755">
                <a:moveTo>
                  <a:pt x="0" y="717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202" name="element_0202_line">
            <a:extLst xmlns:a="http://schemas.openxmlformats.org/drawingml/2006/main">
              <a:ext uri="{FF2B5EF4-FFF2-40B4-BE49-F238E27FC236}">
                <a16:creationId xmlns:a16="http://schemas.microsoft.com/office/drawing/2014/main" id="{BBBD7F98-02A3-46C7-B195-8747EC611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6346" y="964311"/>
            <a:ext cx="71755" cy="10"/>
          </a:xfrm>
          <a:custGeom xmlns:a="http://schemas.openxmlformats.org/drawingml/2006/main">
            <a:pathLst>
              <a:path w="71755" h="10">
                <a:moveTo>
                  <a:pt x="0" y="0"/>
                </a:moveTo>
                <a:lnTo>
                  <a:pt x="717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203" name="element_0203_line">
            <a:extLst xmlns:a="http://schemas.openxmlformats.org/drawingml/2006/main">
              <a:ext uri="{FF2B5EF4-FFF2-40B4-BE49-F238E27FC236}">
                <a16:creationId xmlns:a16="http://schemas.microsoft.com/office/drawing/2014/main" id="{C245A3E1-801D-4353-B38D-3C132D14A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928497"/>
            <a:ext cx="10" cy="71755"/>
          </a:xfrm>
          <a:custGeom xmlns:a="http://schemas.openxmlformats.org/drawingml/2006/main">
            <a:pathLst>
              <a:path w="10" h="71755">
                <a:moveTo>
                  <a:pt x="0" y="717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204" name="element_0204_line">
            <a:extLst xmlns:a="http://schemas.openxmlformats.org/drawingml/2006/main">
              <a:ext uri="{FF2B5EF4-FFF2-40B4-BE49-F238E27FC236}">
                <a16:creationId xmlns:a16="http://schemas.microsoft.com/office/drawing/2014/main" id="{B67F8158-4872-4260-8CF1-5A8F29723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0443" y="964311"/>
            <a:ext cx="71755" cy="10"/>
          </a:xfrm>
          <a:custGeom xmlns:a="http://schemas.openxmlformats.org/drawingml/2006/main">
            <a:pathLst>
              <a:path w="71755" h="10">
                <a:moveTo>
                  <a:pt x="0" y="0"/>
                </a:moveTo>
                <a:lnTo>
                  <a:pt x="717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205" name="element_0205_line">
            <a:extLst xmlns:a="http://schemas.openxmlformats.org/drawingml/2006/main">
              <a:ext uri="{FF2B5EF4-FFF2-40B4-BE49-F238E27FC236}">
                <a16:creationId xmlns:a16="http://schemas.microsoft.com/office/drawing/2014/main" id="{63453899-8F6D-46FB-8D77-A21251DF8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6257" y="928497"/>
            <a:ext cx="10" cy="71755"/>
          </a:xfrm>
          <a:custGeom xmlns:a="http://schemas.openxmlformats.org/drawingml/2006/main">
            <a:pathLst>
              <a:path w="10" h="71755">
                <a:moveTo>
                  <a:pt x="0" y="717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206" name="element_0206_line">
            <a:extLst xmlns:a="http://schemas.openxmlformats.org/drawingml/2006/main">
              <a:ext uri="{FF2B5EF4-FFF2-40B4-BE49-F238E27FC236}">
                <a16:creationId xmlns:a16="http://schemas.microsoft.com/office/drawing/2014/main" id="{F2984EF8-1528-4106-8389-1C92CA880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1967" y="964311"/>
            <a:ext cx="71628" cy="10"/>
          </a:xfrm>
          <a:custGeom xmlns:a="http://schemas.openxmlformats.org/drawingml/2006/main">
            <a:pathLst>
              <a:path w="71628" h="10">
                <a:moveTo>
                  <a:pt x="0" y="0"/>
                </a:moveTo>
                <a:lnTo>
                  <a:pt x="71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207" name="element_0207_line">
            <a:extLst xmlns:a="http://schemas.openxmlformats.org/drawingml/2006/main">
              <a:ext uri="{FF2B5EF4-FFF2-40B4-BE49-F238E27FC236}">
                <a16:creationId xmlns:a16="http://schemas.microsoft.com/office/drawing/2014/main" id="{4B16E86B-C2E9-4117-9AEE-109B1278F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781" y="928497"/>
            <a:ext cx="10" cy="71755"/>
          </a:xfrm>
          <a:custGeom xmlns:a="http://schemas.openxmlformats.org/drawingml/2006/main">
            <a:pathLst>
              <a:path w="10" h="71755">
                <a:moveTo>
                  <a:pt x="0" y="717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208" name="element_0208_line">
            <a:extLst xmlns:a="http://schemas.openxmlformats.org/drawingml/2006/main">
              <a:ext uri="{FF2B5EF4-FFF2-40B4-BE49-F238E27FC236}">
                <a16:creationId xmlns:a16="http://schemas.microsoft.com/office/drawing/2014/main" id="{F77A5785-6962-4B43-8372-A2CF1D031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3049" y="974598"/>
            <a:ext cx="71755" cy="10"/>
          </a:xfrm>
          <a:custGeom xmlns:a="http://schemas.openxmlformats.org/drawingml/2006/main">
            <a:pathLst>
              <a:path w="71755" h="10">
                <a:moveTo>
                  <a:pt x="0" y="0"/>
                </a:moveTo>
                <a:lnTo>
                  <a:pt x="717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209" name="element_0209_line">
            <a:extLst xmlns:a="http://schemas.openxmlformats.org/drawingml/2006/main">
              <a:ext uri="{FF2B5EF4-FFF2-40B4-BE49-F238E27FC236}">
                <a16:creationId xmlns:a16="http://schemas.microsoft.com/office/drawing/2014/main" id="{3CA33039-47D9-4F05-96D3-513A2C5B7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8863" y="938657"/>
            <a:ext cx="10" cy="71755"/>
          </a:xfrm>
          <a:custGeom xmlns:a="http://schemas.openxmlformats.org/drawingml/2006/main">
            <a:pathLst>
              <a:path w="10" h="71755">
                <a:moveTo>
                  <a:pt x="0" y="717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210" name="element_0210_line">
            <a:extLst xmlns:a="http://schemas.openxmlformats.org/drawingml/2006/main">
              <a:ext uri="{FF2B5EF4-FFF2-40B4-BE49-F238E27FC236}">
                <a16:creationId xmlns:a16="http://schemas.microsoft.com/office/drawing/2014/main" id="{8C7DDA82-D4CC-4F45-B73A-B855EAC2D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5622" y="974598"/>
            <a:ext cx="71755" cy="10"/>
          </a:xfrm>
          <a:custGeom xmlns:a="http://schemas.openxmlformats.org/drawingml/2006/main">
            <a:pathLst>
              <a:path w="71755" h="10">
                <a:moveTo>
                  <a:pt x="0" y="0"/>
                </a:moveTo>
                <a:lnTo>
                  <a:pt x="717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211" name="element_0211_line">
            <a:extLst xmlns:a="http://schemas.openxmlformats.org/drawingml/2006/main">
              <a:ext uri="{FF2B5EF4-FFF2-40B4-BE49-F238E27FC236}">
                <a16:creationId xmlns:a16="http://schemas.microsoft.com/office/drawing/2014/main" id="{7715B1D1-B5CD-45EE-A426-29E67BF3A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1436" y="938657"/>
            <a:ext cx="10" cy="71755"/>
          </a:xfrm>
          <a:custGeom xmlns:a="http://schemas.openxmlformats.org/drawingml/2006/main">
            <a:pathLst>
              <a:path w="10" h="71755">
                <a:moveTo>
                  <a:pt x="0" y="717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212" name="element_0212_line">
            <a:extLst xmlns:a="http://schemas.openxmlformats.org/drawingml/2006/main">
              <a:ext uri="{FF2B5EF4-FFF2-40B4-BE49-F238E27FC236}">
                <a16:creationId xmlns:a16="http://schemas.microsoft.com/office/drawing/2014/main" id="{D894945F-9C69-41C6-8C8E-D5D816893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9686" y="974598"/>
            <a:ext cx="71755" cy="10"/>
          </a:xfrm>
          <a:custGeom xmlns:a="http://schemas.openxmlformats.org/drawingml/2006/main">
            <a:pathLst>
              <a:path w="71755" h="10">
                <a:moveTo>
                  <a:pt x="0" y="0"/>
                </a:moveTo>
                <a:lnTo>
                  <a:pt x="717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213" name="element_0213_line">
            <a:extLst xmlns:a="http://schemas.openxmlformats.org/drawingml/2006/main">
              <a:ext uri="{FF2B5EF4-FFF2-40B4-BE49-F238E27FC236}">
                <a16:creationId xmlns:a16="http://schemas.microsoft.com/office/drawing/2014/main" id="{308A92F6-17BF-4426-9163-B70A5D5E3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938657"/>
            <a:ext cx="10" cy="71755"/>
          </a:xfrm>
          <a:custGeom xmlns:a="http://schemas.openxmlformats.org/drawingml/2006/main">
            <a:pathLst>
              <a:path w="10" h="71755">
                <a:moveTo>
                  <a:pt x="0" y="717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214" name="element_0214_line">
            <a:extLst xmlns:a="http://schemas.openxmlformats.org/drawingml/2006/main">
              <a:ext uri="{FF2B5EF4-FFF2-40B4-BE49-F238E27FC236}">
                <a16:creationId xmlns:a16="http://schemas.microsoft.com/office/drawing/2014/main" id="{ABE55568-696A-40E6-A39B-64CC87468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0702" y="974598"/>
            <a:ext cx="71628" cy="10"/>
          </a:xfrm>
          <a:custGeom xmlns:a="http://schemas.openxmlformats.org/drawingml/2006/main">
            <a:pathLst>
              <a:path w="71628" h="10">
                <a:moveTo>
                  <a:pt x="0" y="0"/>
                </a:moveTo>
                <a:lnTo>
                  <a:pt x="71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215" name="element_0215_line">
            <a:extLst xmlns:a="http://schemas.openxmlformats.org/drawingml/2006/main">
              <a:ext uri="{FF2B5EF4-FFF2-40B4-BE49-F238E27FC236}">
                <a16:creationId xmlns:a16="http://schemas.microsoft.com/office/drawing/2014/main" id="{7429D467-2B7D-4739-9C37-F4C2EF5F1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6516" y="938657"/>
            <a:ext cx="10" cy="71755"/>
          </a:xfrm>
          <a:custGeom xmlns:a="http://schemas.openxmlformats.org/drawingml/2006/main">
            <a:pathLst>
              <a:path w="10" h="71755">
                <a:moveTo>
                  <a:pt x="0" y="717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216" name="element_0216_line">
            <a:extLst xmlns:a="http://schemas.openxmlformats.org/drawingml/2006/main">
              <a:ext uri="{FF2B5EF4-FFF2-40B4-BE49-F238E27FC236}">
                <a16:creationId xmlns:a16="http://schemas.microsoft.com/office/drawing/2014/main" id="{23D9B33D-D8A2-426A-A9A9-77EF7FB17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3783" y="974598"/>
            <a:ext cx="71628" cy="10"/>
          </a:xfrm>
          <a:custGeom xmlns:a="http://schemas.openxmlformats.org/drawingml/2006/main">
            <a:pathLst>
              <a:path w="71628" h="10">
                <a:moveTo>
                  <a:pt x="0" y="0"/>
                </a:moveTo>
                <a:lnTo>
                  <a:pt x="71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217" name="element_0217_line">
            <a:extLst xmlns:a="http://schemas.openxmlformats.org/drawingml/2006/main">
              <a:ext uri="{FF2B5EF4-FFF2-40B4-BE49-F238E27FC236}">
                <a16:creationId xmlns:a16="http://schemas.microsoft.com/office/drawing/2014/main" id="{F659BC85-1D7E-4DEA-96B6-3A11C100E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9597" y="938657"/>
            <a:ext cx="10" cy="71755"/>
          </a:xfrm>
          <a:custGeom xmlns:a="http://schemas.openxmlformats.org/drawingml/2006/main">
            <a:pathLst>
              <a:path w="10" h="71755">
                <a:moveTo>
                  <a:pt x="0" y="717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218" name="element_0218_line">
            <a:extLst xmlns:a="http://schemas.openxmlformats.org/drawingml/2006/main">
              <a:ext uri="{FF2B5EF4-FFF2-40B4-BE49-F238E27FC236}">
                <a16:creationId xmlns:a16="http://schemas.microsoft.com/office/drawing/2014/main" id="{C7ABB7B8-23AE-46BE-9611-1E7C0C41E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5307" y="974598"/>
            <a:ext cx="71628" cy="10"/>
          </a:xfrm>
          <a:custGeom xmlns:a="http://schemas.openxmlformats.org/drawingml/2006/main">
            <a:pathLst>
              <a:path w="71628" h="10">
                <a:moveTo>
                  <a:pt x="0" y="0"/>
                </a:moveTo>
                <a:lnTo>
                  <a:pt x="71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219" name="element_0219_line">
            <a:extLst xmlns:a="http://schemas.openxmlformats.org/drawingml/2006/main">
              <a:ext uri="{FF2B5EF4-FFF2-40B4-BE49-F238E27FC236}">
                <a16:creationId xmlns:a16="http://schemas.microsoft.com/office/drawing/2014/main" id="{760FD2A7-2226-4D52-BFFE-AF4DF4876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1121" y="938657"/>
            <a:ext cx="10" cy="71755"/>
          </a:xfrm>
          <a:custGeom xmlns:a="http://schemas.openxmlformats.org/drawingml/2006/main">
            <a:pathLst>
              <a:path w="10" h="71755">
                <a:moveTo>
                  <a:pt x="0" y="717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220" name="element_0220_line">
            <a:extLst xmlns:a="http://schemas.openxmlformats.org/drawingml/2006/main">
              <a:ext uri="{FF2B5EF4-FFF2-40B4-BE49-F238E27FC236}">
                <a16:creationId xmlns:a16="http://schemas.microsoft.com/office/drawing/2014/main" id="{94C9E234-6756-4BE7-B241-2DF41447D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8228" y="974598"/>
            <a:ext cx="71755" cy="10"/>
          </a:xfrm>
          <a:custGeom xmlns:a="http://schemas.openxmlformats.org/drawingml/2006/main">
            <a:pathLst>
              <a:path w="71755" h="10">
                <a:moveTo>
                  <a:pt x="0" y="0"/>
                </a:moveTo>
                <a:lnTo>
                  <a:pt x="717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221" name="element_0221_line">
            <a:extLst xmlns:a="http://schemas.openxmlformats.org/drawingml/2006/main">
              <a:ext uri="{FF2B5EF4-FFF2-40B4-BE49-F238E27FC236}">
                <a16:creationId xmlns:a16="http://schemas.microsoft.com/office/drawing/2014/main" id="{DDC10A31-55E2-468E-A138-BFB98BE12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169" y="938657"/>
            <a:ext cx="10" cy="71755"/>
          </a:xfrm>
          <a:custGeom xmlns:a="http://schemas.openxmlformats.org/drawingml/2006/main">
            <a:pathLst>
              <a:path w="10" h="71755">
                <a:moveTo>
                  <a:pt x="0" y="717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222" name="element_0222_line">
            <a:extLst xmlns:a="http://schemas.openxmlformats.org/drawingml/2006/main">
              <a:ext uri="{FF2B5EF4-FFF2-40B4-BE49-F238E27FC236}">
                <a16:creationId xmlns:a16="http://schemas.microsoft.com/office/drawing/2014/main" id="{61A4CD0E-E69D-4339-9CA2-C88BBA850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373" y="985012"/>
            <a:ext cx="71755" cy="10"/>
          </a:xfrm>
          <a:custGeom xmlns:a="http://schemas.openxmlformats.org/drawingml/2006/main">
            <a:pathLst>
              <a:path w="71755" h="10">
                <a:moveTo>
                  <a:pt x="0" y="0"/>
                </a:moveTo>
                <a:lnTo>
                  <a:pt x="717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223" name="element_0223_line">
            <a:extLst xmlns:a="http://schemas.openxmlformats.org/drawingml/2006/main">
              <a:ext uri="{FF2B5EF4-FFF2-40B4-BE49-F238E27FC236}">
                <a16:creationId xmlns:a16="http://schemas.microsoft.com/office/drawing/2014/main" id="{D22C0E17-D04D-4F50-A501-D6CB8AE27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1187" y="949198"/>
            <a:ext cx="10" cy="71755"/>
          </a:xfrm>
          <a:custGeom xmlns:a="http://schemas.openxmlformats.org/drawingml/2006/main">
            <a:pathLst>
              <a:path w="10" h="71755">
                <a:moveTo>
                  <a:pt x="0" y="717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224" name="element_0224_line">
            <a:extLst xmlns:a="http://schemas.openxmlformats.org/drawingml/2006/main">
              <a:ext uri="{FF2B5EF4-FFF2-40B4-BE49-F238E27FC236}">
                <a16:creationId xmlns:a16="http://schemas.microsoft.com/office/drawing/2014/main" id="{1B55DDDF-FADC-4CC8-A11B-0AAF28F54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1342" y="985012"/>
            <a:ext cx="71755" cy="10"/>
          </a:xfrm>
          <a:custGeom xmlns:a="http://schemas.openxmlformats.org/drawingml/2006/main">
            <a:pathLst>
              <a:path w="71755" h="10">
                <a:moveTo>
                  <a:pt x="0" y="0"/>
                </a:moveTo>
                <a:lnTo>
                  <a:pt x="717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225" name="element_0225_line">
            <a:extLst xmlns:a="http://schemas.openxmlformats.org/drawingml/2006/main">
              <a:ext uri="{FF2B5EF4-FFF2-40B4-BE49-F238E27FC236}">
                <a16:creationId xmlns:a16="http://schemas.microsoft.com/office/drawing/2014/main" id="{0E3E98F9-9ADF-45DB-9BB4-F969DCC4D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7283" y="949198"/>
            <a:ext cx="10" cy="71755"/>
          </a:xfrm>
          <a:custGeom xmlns:a="http://schemas.openxmlformats.org/drawingml/2006/main">
            <a:pathLst>
              <a:path w="10" h="71755">
                <a:moveTo>
                  <a:pt x="0" y="717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226" name="element_0226_line">
            <a:extLst xmlns:a="http://schemas.openxmlformats.org/drawingml/2006/main">
              <a:ext uri="{FF2B5EF4-FFF2-40B4-BE49-F238E27FC236}">
                <a16:creationId xmlns:a16="http://schemas.microsoft.com/office/drawing/2014/main" id="{59C49FDF-9EC9-4483-9458-E1E067C5E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3882" y="985012"/>
            <a:ext cx="71755" cy="10"/>
          </a:xfrm>
          <a:custGeom xmlns:a="http://schemas.openxmlformats.org/drawingml/2006/main">
            <a:pathLst>
              <a:path w="71755" h="10">
                <a:moveTo>
                  <a:pt x="0" y="0"/>
                </a:moveTo>
                <a:lnTo>
                  <a:pt x="717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227" name="element_0227_line">
            <a:extLst xmlns:a="http://schemas.openxmlformats.org/drawingml/2006/main">
              <a:ext uri="{FF2B5EF4-FFF2-40B4-BE49-F238E27FC236}">
                <a16:creationId xmlns:a16="http://schemas.microsoft.com/office/drawing/2014/main" id="{BEDF6680-7359-48E3-8C6D-3FB965C69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9823" y="949198"/>
            <a:ext cx="10" cy="71755"/>
          </a:xfrm>
          <a:custGeom xmlns:a="http://schemas.openxmlformats.org/drawingml/2006/main">
            <a:pathLst>
              <a:path w="10" h="71755">
                <a:moveTo>
                  <a:pt x="0" y="717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228" name="element_0228_line">
            <a:extLst xmlns:a="http://schemas.openxmlformats.org/drawingml/2006/main">
              <a:ext uri="{FF2B5EF4-FFF2-40B4-BE49-F238E27FC236}">
                <a16:creationId xmlns:a16="http://schemas.microsoft.com/office/drawing/2014/main" id="{D2315A2D-8FD3-405A-A815-F2F84FB84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4898" y="985012"/>
            <a:ext cx="71755" cy="10"/>
          </a:xfrm>
          <a:custGeom xmlns:a="http://schemas.openxmlformats.org/drawingml/2006/main">
            <a:pathLst>
              <a:path w="71755" h="10">
                <a:moveTo>
                  <a:pt x="0" y="0"/>
                </a:moveTo>
                <a:lnTo>
                  <a:pt x="717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229" name="element_0229_line">
            <a:extLst xmlns:a="http://schemas.openxmlformats.org/drawingml/2006/main">
              <a:ext uri="{FF2B5EF4-FFF2-40B4-BE49-F238E27FC236}">
                <a16:creationId xmlns:a16="http://schemas.microsoft.com/office/drawing/2014/main" id="{30BF1C27-860C-464A-88EC-130D8B3AF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0839" y="949198"/>
            <a:ext cx="10" cy="71755"/>
          </a:xfrm>
          <a:custGeom xmlns:a="http://schemas.openxmlformats.org/drawingml/2006/main">
            <a:pathLst>
              <a:path w="10" h="71755">
                <a:moveTo>
                  <a:pt x="0" y="717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230" name="element_0230_line">
            <a:extLst xmlns:a="http://schemas.openxmlformats.org/drawingml/2006/main">
              <a:ext uri="{FF2B5EF4-FFF2-40B4-BE49-F238E27FC236}">
                <a16:creationId xmlns:a16="http://schemas.microsoft.com/office/drawing/2014/main" id="{2A9084E5-D3A6-4EBF-9B36-5127AE1EE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8454" y="985012"/>
            <a:ext cx="71755" cy="10"/>
          </a:xfrm>
          <a:custGeom xmlns:a="http://schemas.openxmlformats.org/drawingml/2006/main">
            <a:pathLst>
              <a:path w="71755" h="10">
                <a:moveTo>
                  <a:pt x="0" y="0"/>
                </a:moveTo>
                <a:lnTo>
                  <a:pt x="717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231" name="element_0231_line">
            <a:extLst xmlns:a="http://schemas.openxmlformats.org/drawingml/2006/main">
              <a:ext uri="{FF2B5EF4-FFF2-40B4-BE49-F238E27FC236}">
                <a16:creationId xmlns:a16="http://schemas.microsoft.com/office/drawing/2014/main" id="{044B3D4C-6319-42CE-B4B0-87A8C49D5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4268" y="949198"/>
            <a:ext cx="10" cy="71755"/>
          </a:xfrm>
          <a:custGeom xmlns:a="http://schemas.openxmlformats.org/drawingml/2006/main">
            <a:pathLst>
              <a:path w="10" h="71755">
                <a:moveTo>
                  <a:pt x="0" y="717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232" name="element_0232_line">
            <a:extLst xmlns:a="http://schemas.openxmlformats.org/drawingml/2006/main">
              <a:ext uri="{FF2B5EF4-FFF2-40B4-BE49-F238E27FC236}">
                <a16:creationId xmlns:a16="http://schemas.microsoft.com/office/drawing/2014/main" id="{95FF8182-D087-43B6-B2F0-BF921E283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601" y="1011809"/>
            <a:ext cx="71755" cy="10"/>
          </a:xfrm>
          <a:custGeom xmlns:a="http://schemas.openxmlformats.org/drawingml/2006/main">
            <a:pathLst>
              <a:path w="71755" h="10">
                <a:moveTo>
                  <a:pt x="0" y="0"/>
                </a:moveTo>
                <a:lnTo>
                  <a:pt x="717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233" name="element_0233_line">
            <a:extLst xmlns:a="http://schemas.openxmlformats.org/drawingml/2006/main">
              <a:ext uri="{FF2B5EF4-FFF2-40B4-BE49-F238E27FC236}">
                <a16:creationId xmlns:a16="http://schemas.microsoft.com/office/drawing/2014/main" id="{973BAC79-7B29-46AB-B91F-B5080C257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7542" y="975995"/>
            <a:ext cx="10" cy="71755"/>
          </a:xfrm>
          <a:custGeom xmlns:a="http://schemas.openxmlformats.org/drawingml/2006/main">
            <a:pathLst>
              <a:path w="10" h="71755">
                <a:moveTo>
                  <a:pt x="0" y="717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234" name="element_0234_line">
            <a:extLst xmlns:a="http://schemas.openxmlformats.org/drawingml/2006/main">
              <a:ext uri="{FF2B5EF4-FFF2-40B4-BE49-F238E27FC236}">
                <a16:creationId xmlns:a16="http://schemas.microsoft.com/office/drawing/2014/main" id="{B21F92CA-C84B-4068-8938-84115CCE7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1761" y="1017270"/>
            <a:ext cx="71628" cy="10"/>
          </a:xfrm>
          <a:custGeom xmlns:a="http://schemas.openxmlformats.org/drawingml/2006/main">
            <a:pathLst>
              <a:path w="71628" h="10">
                <a:moveTo>
                  <a:pt x="0" y="0"/>
                </a:moveTo>
                <a:lnTo>
                  <a:pt x="71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235" name="element_0235_line">
            <a:extLst xmlns:a="http://schemas.openxmlformats.org/drawingml/2006/main">
              <a:ext uri="{FF2B5EF4-FFF2-40B4-BE49-F238E27FC236}">
                <a16:creationId xmlns:a16="http://schemas.microsoft.com/office/drawing/2014/main" id="{12B49F29-2D9A-430D-8052-0D4B1A2E4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7575" y="981329"/>
            <a:ext cx="10" cy="71755"/>
          </a:xfrm>
          <a:custGeom xmlns:a="http://schemas.openxmlformats.org/drawingml/2006/main">
            <a:pathLst>
              <a:path w="10" h="71755">
                <a:moveTo>
                  <a:pt x="0" y="717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236" name="element_0236_line">
            <a:extLst xmlns:a="http://schemas.openxmlformats.org/drawingml/2006/main">
              <a:ext uri="{FF2B5EF4-FFF2-40B4-BE49-F238E27FC236}">
                <a16:creationId xmlns:a16="http://schemas.microsoft.com/office/drawing/2014/main" id="{9C898000-3756-48C5-AFF9-E7CEF92D5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0270" y="1022604"/>
            <a:ext cx="71755" cy="10"/>
          </a:xfrm>
          <a:custGeom xmlns:a="http://schemas.openxmlformats.org/drawingml/2006/main">
            <a:pathLst>
              <a:path w="71755" h="10">
                <a:moveTo>
                  <a:pt x="0" y="0"/>
                </a:moveTo>
                <a:lnTo>
                  <a:pt x="717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237" name="element_0237_line">
            <a:extLst xmlns:a="http://schemas.openxmlformats.org/drawingml/2006/main">
              <a:ext uri="{FF2B5EF4-FFF2-40B4-BE49-F238E27FC236}">
                <a16:creationId xmlns:a16="http://schemas.microsoft.com/office/drawing/2014/main" id="{695EB397-8E64-4BD6-A726-7BDE277F7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6084" y="986790"/>
            <a:ext cx="10" cy="71755"/>
          </a:xfrm>
          <a:custGeom xmlns:a="http://schemas.openxmlformats.org/drawingml/2006/main">
            <a:pathLst>
              <a:path w="10" h="71755">
                <a:moveTo>
                  <a:pt x="0" y="717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238" name="element_0238_line">
            <a:extLst xmlns:a="http://schemas.openxmlformats.org/drawingml/2006/main">
              <a:ext uri="{FF2B5EF4-FFF2-40B4-BE49-F238E27FC236}">
                <a16:creationId xmlns:a16="http://schemas.microsoft.com/office/drawing/2014/main" id="{CA44B7AB-5EF3-44A7-81D5-4ECB4007F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5891" y="1022604"/>
            <a:ext cx="71755" cy="10"/>
          </a:xfrm>
          <a:custGeom xmlns:a="http://schemas.openxmlformats.org/drawingml/2006/main">
            <a:pathLst>
              <a:path w="71755" h="10">
                <a:moveTo>
                  <a:pt x="0" y="0"/>
                </a:moveTo>
                <a:lnTo>
                  <a:pt x="717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239" name="element_0239_line">
            <a:extLst xmlns:a="http://schemas.openxmlformats.org/drawingml/2006/main">
              <a:ext uri="{FF2B5EF4-FFF2-40B4-BE49-F238E27FC236}">
                <a16:creationId xmlns:a16="http://schemas.microsoft.com/office/drawing/2014/main" id="{732C30A7-D25A-4167-8ED9-E02E8C012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1705" y="986790"/>
            <a:ext cx="10" cy="71755"/>
          </a:xfrm>
          <a:custGeom xmlns:a="http://schemas.openxmlformats.org/drawingml/2006/main">
            <a:pathLst>
              <a:path w="10" h="71755">
                <a:moveTo>
                  <a:pt x="0" y="717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240" name="element_0240_line">
            <a:extLst xmlns:a="http://schemas.openxmlformats.org/drawingml/2006/main">
              <a:ext uri="{FF2B5EF4-FFF2-40B4-BE49-F238E27FC236}">
                <a16:creationId xmlns:a16="http://schemas.microsoft.com/office/drawing/2014/main" id="{DD1533C3-E049-4B90-8A57-89EDE02E0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8939" y="1022604"/>
            <a:ext cx="71628" cy="10"/>
          </a:xfrm>
          <a:custGeom xmlns:a="http://schemas.openxmlformats.org/drawingml/2006/main">
            <a:pathLst>
              <a:path w="71628" h="10">
                <a:moveTo>
                  <a:pt x="0" y="0"/>
                </a:moveTo>
                <a:lnTo>
                  <a:pt x="71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241" name="element_0241_line">
            <a:extLst xmlns:a="http://schemas.openxmlformats.org/drawingml/2006/main">
              <a:ext uri="{FF2B5EF4-FFF2-40B4-BE49-F238E27FC236}">
                <a16:creationId xmlns:a16="http://schemas.microsoft.com/office/drawing/2014/main" id="{38C0DC8D-A981-4659-ADF7-A803B1EAE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4753" y="986790"/>
            <a:ext cx="10" cy="71755"/>
          </a:xfrm>
          <a:custGeom xmlns:a="http://schemas.openxmlformats.org/drawingml/2006/main">
            <a:pathLst>
              <a:path w="10" h="71755">
                <a:moveTo>
                  <a:pt x="0" y="717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242" name="element_0242_line">
            <a:extLst xmlns:a="http://schemas.openxmlformats.org/drawingml/2006/main">
              <a:ext uri="{FF2B5EF4-FFF2-40B4-BE49-F238E27FC236}">
                <a16:creationId xmlns:a16="http://schemas.microsoft.com/office/drawing/2014/main" id="{00211032-F98E-405B-8A5C-705D19600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5416" y="1022604"/>
            <a:ext cx="71755" cy="10"/>
          </a:xfrm>
          <a:custGeom xmlns:a="http://schemas.openxmlformats.org/drawingml/2006/main">
            <a:pathLst>
              <a:path w="71755" h="10">
                <a:moveTo>
                  <a:pt x="0" y="0"/>
                </a:moveTo>
                <a:lnTo>
                  <a:pt x="717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243" name="element_0243_line">
            <a:extLst xmlns:a="http://schemas.openxmlformats.org/drawingml/2006/main">
              <a:ext uri="{FF2B5EF4-FFF2-40B4-BE49-F238E27FC236}">
                <a16:creationId xmlns:a16="http://schemas.microsoft.com/office/drawing/2014/main" id="{197D4617-5C4B-4066-A35E-86BAB1ADF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1230" y="986790"/>
            <a:ext cx="10" cy="71755"/>
          </a:xfrm>
          <a:custGeom xmlns:a="http://schemas.openxmlformats.org/drawingml/2006/main">
            <a:pathLst>
              <a:path w="10" h="71755">
                <a:moveTo>
                  <a:pt x="0" y="717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244" name="element_0244_line">
            <a:extLst xmlns:a="http://schemas.openxmlformats.org/drawingml/2006/main">
              <a:ext uri="{FF2B5EF4-FFF2-40B4-BE49-F238E27FC236}">
                <a16:creationId xmlns:a16="http://schemas.microsoft.com/office/drawing/2014/main" id="{D2ABC6B1-6AFA-4DE2-922C-66AF4C7F7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1070" y="1050163"/>
            <a:ext cx="71755" cy="10"/>
          </a:xfrm>
          <a:custGeom xmlns:a="http://schemas.openxmlformats.org/drawingml/2006/main">
            <a:pathLst>
              <a:path w="71755" h="10">
                <a:moveTo>
                  <a:pt x="0" y="0"/>
                </a:moveTo>
                <a:lnTo>
                  <a:pt x="717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245" name="element_0245_line">
            <a:extLst xmlns:a="http://schemas.openxmlformats.org/drawingml/2006/main">
              <a:ext uri="{FF2B5EF4-FFF2-40B4-BE49-F238E27FC236}">
                <a16:creationId xmlns:a16="http://schemas.microsoft.com/office/drawing/2014/main" id="{946EF3F1-F60A-4145-9370-7683BD897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011" y="1014222"/>
            <a:ext cx="10" cy="71755"/>
          </a:xfrm>
          <a:custGeom xmlns:a="http://schemas.openxmlformats.org/drawingml/2006/main">
            <a:pathLst>
              <a:path w="10" h="71755">
                <a:moveTo>
                  <a:pt x="0" y="717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246" name="element_0246_line">
            <a:extLst xmlns:a="http://schemas.openxmlformats.org/drawingml/2006/main">
              <a:ext uri="{FF2B5EF4-FFF2-40B4-BE49-F238E27FC236}">
                <a16:creationId xmlns:a16="http://schemas.microsoft.com/office/drawing/2014/main" id="{C5DECAB2-6345-4DE1-8C4C-D230EAB7B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4151" y="1050163"/>
            <a:ext cx="71755" cy="10"/>
          </a:xfrm>
          <a:custGeom xmlns:a="http://schemas.openxmlformats.org/drawingml/2006/main">
            <a:pathLst>
              <a:path w="71755" h="10">
                <a:moveTo>
                  <a:pt x="0" y="0"/>
                </a:moveTo>
                <a:lnTo>
                  <a:pt x="717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247" name="element_0247_line">
            <a:extLst xmlns:a="http://schemas.openxmlformats.org/drawingml/2006/main">
              <a:ext uri="{FF2B5EF4-FFF2-40B4-BE49-F238E27FC236}">
                <a16:creationId xmlns:a16="http://schemas.microsoft.com/office/drawing/2014/main" id="{8A7CC7A7-1589-484A-914A-713AF5252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092" y="1014222"/>
            <a:ext cx="10" cy="71755"/>
          </a:xfrm>
          <a:custGeom xmlns:a="http://schemas.openxmlformats.org/drawingml/2006/main">
            <a:pathLst>
              <a:path w="10" h="71755">
                <a:moveTo>
                  <a:pt x="0" y="717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248" name="element_0248_line">
            <a:extLst xmlns:a="http://schemas.openxmlformats.org/drawingml/2006/main">
              <a:ext uri="{FF2B5EF4-FFF2-40B4-BE49-F238E27FC236}">
                <a16:creationId xmlns:a16="http://schemas.microsoft.com/office/drawing/2014/main" id="{E2A6B309-419A-4448-A662-35277CC47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7199" y="1055624"/>
            <a:ext cx="71755" cy="10"/>
          </a:xfrm>
          <a:custGeom xmlns:a="http://schemas.openxmlformats.org/drawingml/2006/main">
            <a:pathLst>
              <a:path w="71755" h="10">
                <a:moveTo>
                  <a:pt x="0" y="0"/>
                </a:moveTo>
                <a:lnTo>
                  <a:pt x="717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249" name="element_0249_line">
            <a:extLst xmlns:a="http://schemas.openxmlformats.org/drawingml/2006/main">
              <a:ext uri="{FF2B5EF4-FFF2-40B4-BE49-F238E27FC236}">
                <a16:creationId xmlns:a16="http://schemas.microsoft.com/office/drawing/2014/main" id="{B5D52425-F0AA-4669-8429-FFCCB7A16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3013" y="1019810"/>
            <a:ext cx="10" cy="71755"/>
          </a:xfrm>
          <a:custGeom xmlns:a="http://schemas.openxmlformats.org/drawingml/2006/main">
            <a:pathLst>
              <a:path w="10" h="71755">
                <a:moveTo>
                  <a:pt x="0" y="717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250" name="element_0250_line">
            <a:extLst xmlns:a="http://schemas.openxmlformats.org/drawingml/2006/main">
              <a:ext uri="{FF2B5EF4-FFF2-40B4-BE49-F238E27FC236}">
                <a16:creationId xmlns:a16="http://schemas.microsoft.com/office/drawing/2014/main" id="{C569B3CF-785A-4F02-9A97-1508E298F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4692" y="1055624"/>
            <a:ext cx="71755" cy="10"/>
          </a:xfrm>
          <a:custGeom xmlns:a="http://schemas.openxmlformats.org/drawingml/2006/main">
            <a:pathLst>
              <a:path w="71755" h="10">
                <a:moveTo>
                  <a:pt x="0" y="0"/>
                </a:moveTo>
                <a:lnTo>
                  <a:pt x="717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251" name="element_0251_line">
            <a:extLst xmlns:a="http://schemas.openxmlformats.org/drawingml/2006/main">
              <a:ext uri="{FF2B5EF4-FFF2-40B4-BE49-F238E27FC236}">
                <a16:creationId xmlns:a16="http://schemas.microsoft.com/office/drawing/2014/main" id="{9897CCEA-F3C3-40CE-9960-5CCF5E49C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633" y="1019810"/>
            <a:ext cx="10" cy="71755"/>
          </a:xfrm>
          <a:custGeom xmlns:a="http://schemas.openxmlformats.org/drawingml/2006/main">
            <a:pathLst>
              <a:path w="10" h="71755">
                <a:moveTo>
                  <a:pt x="0" y="717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252" name="element_0252_line">
            <a:extLst xmlns:a="http://schemas.openxmlformats.org/drawingml/2006/main">
              <a:ext uri="{FF2B5EF4-FFF2-40B4-BE49-F238E27FC236}">
                <a16:creationId xmlns:a16="http://schemas.microsoft.com/office/drawing/2014/main" id="{CE3D1638-552F-4708-8104-30E365540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7740" y="1055624"/>
            <a:ext cx="71755" cy="10"/>
          </a:xfrm>
          <a:custGeom xmlns:a="http://schemas.openxmlformats.org/drawingml/2006/main">
            <a:pathLst>
              <a:path w="71755" h="10">
                <a:moveTo>
                  <a:pt x="0" y="0"/>
                </a:moveTo>
                <a:lnTo>
                  <a:pt x="717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253" name="element_0253_line">
            <a:extLst xmlns:a="http://schemas.openxmlformats.org/drawingml/2006/main">
              <a:ext uri="{FF2B5EF4-FFF2-40B4-BE49-F238E27FC236}">
                <a16:creationId xmlns:a16="http://schemas.microsoft.com/office/drawing/2014/main" id="{795DEF69-923E-4491-BACD-ECBCEFED4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3554" y="1019810"/>
            <a:ext cx="10" cy="71755"/>
          </a:xfrm>
          <a:custGeom xmlns:a="http://schemas.openxmlformats.org/drawingml/2006/main">
            <a:pathLst>
              <a:path w="10" h="71755">
                <a:moveTo>
                  <a:pt x="0" y="717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254" name="element_0254_line">
            <a:extLst xmlns:a="http://schemas.openxmlformats.org/drawingml/2006/main">
              <a:ext uri="{FF2B5EF4-FFF2-40B4-BE49-F238E27FC236}">
                <a16:creationId xmlns:a16="http://schemas.microsoft.com/office/drawing/2014/main" id="{0C1F178B-B0CB-41CD-B9F8-6FCBED0C2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2820" y="1055624"/>
            <a:ext cx="71755" cy="10"/>
          </a:xfrm>
          <a:custGeom xmlns:a="http://schemas.openxmlformats.org/drawingml/2006/main">
            <a:pathLst>
              <a:path w="71755" h="10">
                <a:moveTo>
                  <a:pt x="0" y="0"/>
                </a:moveTo>
                <a:lnTo>
                  <a:pt x="717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255" name="element_0255_line">
            <a:extLst xmlns:a="http://schemas.openxmlformats.org/drawingml/2006/main">
              <a:ext uri="{FF2B5EF4-FFF2-40B4-BE49-F238E27FC236}">
                <a16:creationId xmlns:a16="http://schemas.microsoft.com/office/drawing/2014/main" id="{A5B074BB-5756-4371-85C3-DC5DDBC09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8634" y="1019810"/>
            <a:ext cx="10" cy="71755"/>
          </a:xfrm>
          <a:custGeom xmlns:a="http://schemas.openxmlformats.org/drawingml/2006/main">
            <a:pathLst>
              <a:path w="10" h="71755">
                <a:moveTo>
                  <a:pt x="0" y="717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256" name="element_0256_line">
            <a:extLst xmlns:a="http://schemas.openxmlformats.org/drawingml/2006/main">
              <a:ext uri="{FF2B5EF4-FFF2-40B4-BE49-F238E27FC236}">
                <a16:creationId xmlns:a16="http://schemas.microsoft.com/office/drawing/2014/main" id="{3AB3BF0F-BBAD-438C-AF39-B773C27AA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9838" y="1061339"/>
            <a:ext cx="71755" cy="10"/>
          </a:xfrm>
          <a:custGeom xmlns:a="http://schemas.openxmlformats.org/drawingml/2006/main">
            <a:pathLst>
              <a:path w="71755" h="10">
                <a:moveTo>
                  <a:pt x="0" y="0"/>
                </a:moveTo>
                <a:lnTo>
                  <a:pt x="717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257" name="element_0257_line">
            <a:extLst xmlns:a="http://schemas.openxmlformats.org/drawingml/2006/main">
              <a:ext uri="{FF2B5EF4-FFF2-40B4-BE49-F238E27FC236}">
                <a16:creationId xmlns:a16="http://schemas.microsoft.com/office/drawing/2014/main" id="{C9D459D8-380E-4E60-9C0E-A70B5DA61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779" y="1025398"/>
            <a:ext cx="10" cy="71755"/>
          </a:xfrm>
          <a:custGeom xmlns:a="http://schemas.openxmlformats.org/drawingml/2006/main">
            <a:pathLst>
              <a:path w="10" h="71755">
                <a:moveTo>
                  <a:pt x="0" y="717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258" name="element_0258_line">
            <a:extLst xmlns:a="http://schemas.openxmlformats.org/drawingml/2006/main">
              <a:ext uri="{FF2B5EF4-FFF2-40B4-BE49-F238E27FC236}">
                <a16:creationId xmlns:a16="http://schemas.microsoft.com/office/drawing/2014/main" id="{9CBF911D-9AFA-4D37-810C-0B020210D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1047" y="1067054"/>
            <a:ext cx="71755" cy="10"/>
          </a:xfrm>
          <a:custGeom xmlns:a="http://schemas.openxmlformats.org/drawingml/2006/main">
            <a:pathLst>
              <a:path w="71755" h="10">
                <a:moveTo>
                  <a:pt x="0" y="0"/>
                </a:moveTo>
                <a:lnTo>
                  <a:pt x="717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259" name="element_0259_line">
            <a:extLst xmlns:a="http://schemas.openxmlformats.org/drawingml/2006/main">
              <a:ext uri="{FF2B5EF4-FFF2-40B4-BE49-F238E27FC236}">
                <a16:creationId xmlns:a16="http://schemas.microsoft.com/office/drawing/2014/main" id="{3336D73B-9586-487F-8C90-F86143F01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861" y="1031113"/>
            <a:ext cx="10" cy="71755"/>
          </a:xfrm>
          <a:custGeom xmlns:a="http://schemas.openxmlformats.org/drawingml/2006/main">
            <a:pathLst>
              <a:path w="10" h="71755">
                <a:moveTo>
                  <a:pt x="0" y="717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260" name="element_0260_line">
            <a:extLst xmlns:a="http://schemas.openxmlformats.org/drawingml/2006/main">
              <a:ext uri="{FF2B5EF4-FFF2-40B4-BE49-F238E27FC236}">
                <a16:creationId xmlns:a16="http://schemas.microsoft.com/office/drawing/2014/main" id="{7BD22AC4-BBD8-4660-9A9C-E90095111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556" y="1078357"/>
            <a:ext cx="71755" cy="10"/>
          </a:xfrm>
          <a:custGeom xmlns:a="http://schemas.openxmlformats.org/drawingml/2006/main">
            <a:pathLst>
              <a:path w="71755" h="10">
                <a:moveTo>
                  <a:pt x="0" y="0"/>
                </a:moveTo>
                <a:lnTo>
                  <a:pt x="717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261" name="element_0261_line">
            <a:extLst xmlns:a="http://schemas.openxmlformats.org/drawingml/2006/main">
              <a:ext uri="{FF2B5EF4-FFF2-40B4-BE49-F238E27FC236}">
                <a16:creationId xmlns:a16="http://schemas.microsoft.com/office/drawing/2014/main" id="{EE98AED3-DDAA-4317-BCEF-48BB87E73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370" y="1042543"/>
            <a:ext cx="10" cy="71755"/>
          </a:xfrm>
          <a:custGeom xmlns:a="http://schemas.openxmlformats.org/drawingml/2006/main">
            <a:pathLst>
              <a:path w="10" h="71755">
                <a:moveTo>
                  <a:pt x="0" y="717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262" name="element_0262_line">
            <a:extLst xmlns:a="http://schemas.openxmlformats.org/drawingml/2006/main">
              <a:ext uri="{FF2B5EF4-FFF2-40B4-BE49-F238E27FC236}">
                <a16:creationId xmlns:a16="http://schemas.microsoft.com/office/drawing/2014/main" id="{6D4C65F2-FB18-46C5-A8DC-D0371DDEE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1080" y="1078357"/>
            <a:ext cx="71755" cy="10"/>
          </a:xfrm>
          <a:custGeom xmlns:a="http://schemas.openxmlformats.org/drawingml/2006/main">
            <a:pathLst>
              <a:path w="71755" h="10">
                <a:moveTo>
                  <a:pt x="0" y="0"/>
                </a:moveTo>
                <a:lnTo>
                  <a:pt x="717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263" name="element_0263_line">
            <a:extLst xmlns:a="http://schemas.openxmlformats.org/drawingml/2006/main">
              <a:ext uri="{FF2B5EF4-FFF2-40B4-BE49-F238E27FC236}">
                <a16:creationId xmlns:a16="http://schemas.microsoft.com/office/drawing/2014/main" id="{583699EB-2129-4D68-8358-CE1D6CEC5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6894" y="1042543"/>
            <a:ext cx="10" cy="71755"/>
          </a:xfrm>
          <a:custGeom xmlns:a="http://schemas.openxmlformats.org/drawingml/2006/main">
            <a:pathLst>
              <a:path w="10" h="71755">
                <a:moveTo>
                  <a:pt x="0" y="717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264" name="element_0264_line">
            <a:extLst xmlns:a="http://schemas.openxmlformats.org/drawingml/2006/main">
              <a:ext uri="{FF2B5EF4-FFF2-40B4-BE49-F238E27FC236}">
                <a16:creationId xmlns:a16="http://schemas.microsoft.com/office/drawing/2014/main" id="{A853F919-E968-4C76-AA22-C5EA04ABF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6668" y="1078357"/>
            <a:ext cx="71628" cy="10"/>
          </a:xfrm>
          <a:custGeom xmlns:a="http://schemas.openxmlformats.org/drawingml/2006/main">
            <a:pathLst>
              <a:path w="71628" h="10">
                <a:moveTo>
                  <a:pt x="0" y="0"/>
                </a:moveTo>
                <a:lnTo>
                  <a:pt x="71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265" name="element_0265_line">
            <a:extLst xmlns:a="http://schemas.openxmlformats.org/drawingml/2006/main">
              <a:ext uri="{FF2B5EF4-FFF2-40B4-BE49-F238E27FC236}">
                <a16:creationId xmlns:a16="http://schemas.microsoft.com/office/drawing/2014/main" id="{DD1216F1-6840-4F58-9F90-187924CC6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2482" y="1042543"/>
            <a:ext cx="10" cy="71755"/>
          </a:xfrm>
          <a:custGeom xmlns:a="http://schemas.openxmlformats.org/drawingml/2006/main">
            <a:pathLst>
              <a:path w="10" h="71755">
                <a:moveTo>
                  <a:pt x="0" y="717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266" name="element_0266_line">
            <a:extLst xmlns:a="http://schemas.openxmlformats.org/drawingml/2006/main">
              <a:ext uri="{FF2B5EF4-FFF2-40B4-BE49-F238E27FC236}">
                <a16:creationId xmlns:a16="http://schemas.microsoft.com/office/drawing/2014/main" id="{27020932-7838-4BDA-9145-ED4531029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9241" y="1089914"/>
            <a:ext cx="71628" cy="10"/>
          </a:xfrm>
          <a:custGeom xmlns:a="http://schemas.openxmlformats.org/drawingml/2006/main">
            <a:pathLst>
              <a:path w="71628" h="10">
                <a:moveTo>
                  <a:pt x="0" y="0"/>
                </a:moveTo>
                <a:lnTo>
                  <a:pt x="71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267" name="element_0267_line">
            <a:extLst xmlns:a="http://schemas.openxmlformats.org/drawingml/2006/main">
              <a:ext uri="{FF2B5EF4-FFF2-40B4-BE49-F238E27FC236}">
                <a16:creationId xmlns:a16="http://schemas.microsoft.com/office/drawing/2014/main" id="{623D1245-298E-4F3C-BF5A-05E47E40B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5055" y="1054100"/>
            <a:ext cx="10" cy="71755"/>
          </a:xfrm>
          <a:custGeom xmlns:a="http://schemas.openxmlformats.org/drawingml/2006/main">
            <a:pathLst>
              <a:path w="10" h="71755">
                <a:moveTo>
                  <a:pt x="0" y="717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268" name="element_0268_line">
            <a:extLst xmlns:a="http://schemas.openxmlformats.org/drawingml/2006/main">
              <a:ext uri="{FF2B5EF4-FFF2-40B4-BE49-F238E27FC236}">
                <a16:creationId xmlns:a16="http://schemas.microsoft.com/office/drawing/2014/main" id="{192DDD82-16C0-4B4C-888D-08CAADAF6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9274" y="1095756"/>
            <a:ext cx="71755" cy="10"/>
          </a:xfrm>
          <a:custGeom xmlns:a="http://schemas.openxmlformats.org/drawingml/2006/main">
            <a:pathLst>
              <a:path w="71755" h="10">
                <a:moveTo>
                  <a:pt x="0" y="0"/>
                </a:moveTo>
                <a:lnTo>
                  <a:pt x="717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269" name="element_0269_line">
            <a:extLst xmlns:a="http://schemas.openxmlformats.org/drawingml/2006/main">
              <a:ext uri="{FF2B5EF4-FFF2-40B4-BE49-F238E27FC236}">
                <a16:creationId xmlns:a16="http://schemas.microsoft.com/office/drawing/2014/main" id="{31F25078-3B83-41F3-A4E5-AFD9624E6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5088" y="1059942"/>
            <a:ext cx="10" cy="71628"/>
          </a:xfrm>
          <a:custGeom xmlns:a="http://schemas.openxmlformats.org/drawingml/2006/main">
            <a:pathLst>
              <a:path w="10" h="71628">
                <a:moveTo>
                  <a:pt x="0" y="7162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270" name="element_0270_line">
            <a:extLst xmlns:a="http://schemas.openxmlformats.org/drawingml/2006/main">
              <a:ext uri="{FF2B5EF4-FFF2-40B4-BE49-F238E27FC236}">
                <a16:creationId xmlns:a16="http://schemas.microsoft.com/office/drawing/2014/main" id="{F7FDCDA0-8D77-4608-BF76-D69433C49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1405" y="1107440"/>
            <a:ext cx="71755" cy="10"/>
          </a:xfrm>
          <a:custGeom xmlns:a="http://schemas.openxmlformats.org/drawingml/2006/main">
            <a:pathLst>
              <a:path w="71755" h="10">
                <a:moveTo>
                  <a:pt x="0" y="0"/>
                </a:moveTo>
                <a:lnTo>
                  <a:pt x="717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271" name="element_0271_line">
            <a:extLst xmlns:a="http://schemas.openxmlformats.org/drawingml/2006/main">
              <a:ext uri="{FF2B5EF4-FFF2-40B4-BE49-F238E27FC236}">
                <a16:creationId xmlns:a16="http://schemas.microsoft.com/office/drawing/2014/main" id="{09FE8556-318B-4C12-A859-F4EF71549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346" y="1071626"/>
            <a:ext cx="10" cy="71628"/>
          </a:xfrm>
          <a:custGeom xmlns:a="http://schemas.openxmlformats.org/drawingml/2006/main">
            <a:pathLst>
              <a:path w="10" h="71628">
                <a:moveTo>
                  <a:pt x="0" y="7162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272" name="element_0272_line">
            <a:extLst xmlns:a="http://schemas.openxmlformats.org/drawingml/2006/main">
              <a:ext uri="{FF2B5EF4-FFF2-40B4-BE49-F238E27FC236}">
                <a16:creationId xmlns:a16="http://schemas.microsoft.com/office/drawing/2014/main" id="{654D846B-1785-495F-9C87-C6147DEAD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8550" y="1119124"/>
            <a:ext cx="71755" cy="10"/>
          </a:xfrm>
          <a:custGeom xmlns:a="http://schemas.openxmlformats.org/drawingml/2006/main">
            <a:pathLst>
              <a:path w="71755" h="10">
                <a:moveTo>
                  <a:pt x="0" y="0"/>
                </a:moveTo>
                <a:lnTo>
                  <a:pt x="717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273" name="element_0273_line">
            <a:extLst xmlns:a="http://schemas.openxmlformats.org/drawingml/2006/main">
              <a:ext uri="{FF2B5EF4-FFF2-40B4-BE49-F238E27FC236}">
                <a16:creationId xmlns:a16="http://schemas.microsoft.com/office/drawing/2014/main" id="{1B21099E-25CE-44B1-B8A8-006AF8BEE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4364" y="1083310"/>
            <a:ext cx="10" cy="71755"/>
          </a:xfrm>
          <a:custGeom xmlns:a="http://schemas.openxmlformats.org/drawingml/2006/main">
            <a:pathLst>
              <a:path w="10" h="71755">
                <a:moveTo>
                  <a:pt x="0" y="717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274" name="element_0274_line">
            <a:extLst xmlns:a="http://schemas.openxmlformats.org/drawingml/2006/main">
              <a:ext uri="{FF2B5EF4-FFF2-40B4-BE49-F238E27FC236}">
                <a16:creationId xmlns:a16="http://schemas.microsoft.com/office/drawing/2014/main" id="{E20D2188-6754-4CFE-A20C-25CE19245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2106" y="1119124"/>
            <a:ext cx="71755" cy="10"/>
          </a:xfrm>
          <a:custGeom xmlns:a="http://schemas.openxmlformats.org/drawingml/2006/main">
            <a:pathLst>
              <a:path w="71755" h="10">
                <a:moveTo>
                  <a:pt x="0" y="0"/>
                </a:moveTo>
                <a:lnTo>
                  <a:pt x="717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275" name="element_0275_line">
            <a:extLst xmlns:a="http://schemas.openxmlformats.org/drawingml/2006/main">
              <a:ext uri="{FF2B5EF4-FFF2-40B4-BE49-F238E27FC236}">
                <a16:creationId xmlns:a16="http://schemas.microsoft.com/office/drawing/2014/main" id="{7493DE3B-A43D-4EFE-9ACF-8B2296B7E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083310"/>
            <a:ext cx="10" cy="71755"/>
          </a:xfrm>
          <a:custGeom xmlns:a="http://schemas.openxmlformats.org/drawingml/2006/main">
            <a:pathLst>
              <a:path w="10" h="71755">
                <a:moveTo>
                  <a:pt x="0" y="717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276" name="element_0276_line">
            <a:extLst xmlns:a="http://schemas.openxmlformats.org/drawingml/2006/main">
              <a:ext uri="{FF2B5EF4-FFF2-40B4-BE49-F238E27FC236}">
                <a16:creationId xmlns:a16="http://schemas.microsoft.com/office/drawing/2014/main" id="{9F046038-D1B0-436F-8657-4ADC471ED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1119124"/>
            <a:ext cx="71628" cy="10"/>
          </a:xfrm>
          <a:custGeom xmlns:a="http://schemas.openxmlformats.org/drawingml/2006/main">
            <a:pathLst>
              <a:path w="71628" h="10">
                <a:moveTo>
                  <a:pt x="0" y="0"/>
                </a:moveTo>
                <a:lnTo>
                  <a:pt x="71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277" name="element_0277_line">
            <a:extLst xmlns:a="http://schemas.openxmlformats.org/drawingml/2006/main">
              <a:ext uri="{FF2B5EF4-FFF2-40B4-BE49-F238E27FC236}">
                <a16:creationId xmlns:a16="http://schemas.microsoft.com/office/drawing/2014/main" id="{9F9A18A1-B985-40FA-93BC-0F4A5B060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444" y="1083310"/>
            <a:ext cx="10" cy="71755"/>
          </a:xfrm>
          <a:custGeom xmlns:a="http://schemas.openxmlformats.org/drawingml/2006/main">
            <a:pathLst>
              <a:path w="10" h="71755">
                <a:moveTo>
                  <a:pt x="0" y="717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278" name="element_0278_line">
            <a:extLst xmlns:a="http://schemas.openxmlformats.org/drawingml/2006/main">
              <a:ext uri="{FF2B5EF4-FFF2-40B4-BE49-F238E27FC236}">
                <a16:creationId xmlns:a16="http://schemas.microsoft.com/office/drawing/2014/main" id="{E796E718-4C4B-4CDE-976D-5E29F7138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727" y="1125093"/>
            <a:ext cx="71628" cy="10"/>
          </a:xfrm>
          <a:custGeom xmlns:a="http://schemas.openxmlformats.org/drawingml/2006/main">
            <a:pathLst>
              <a:path w="71628" h="10">
                <a:moveTo>
                  <a:pt x="0" y="0"/>
                </a:moveTo>
                <a:lnTo>
                  <a:pt x="71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279" name="element_0279_line">
            <a:extLst xmlns:a="http://schemas.openxmlformats.org/drawingml/2006/main">
              <a:ext uri="{FF2B5EF4-FFF2-40B4-BE49-F238E27FC236}">
                <a16:creationId xmlns:a16="http://schemas.microsoft.com/office/drawing/2014/main" id="{7CAED2B3-12AC-4B35-B935-4E48C7A82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541" y="1089279"/>
            <a:ext cx="10" cy="71755"/>
          </a:xfrm>
          <a:custGeom xmlns:a="http://schemas.openxmlformats.org/drawingml/2006/main">
            <a:pathLst>
              <a:path w="10" h="71755">
                <a:moveTo>
                  <a:pt x="0" y="717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280" name="element_0280_line">
            <a:extLst xmlns:a="http://schemas.openxmlformats.org/drawingml/2006/main">
              <a:ext uri="{FF2B5EF4-FFF2-40B4-BE49-F238E27FC236}">
                <a16:creationId xmlns:a16="http://schemas.microsoft.com/office/drawing/2014/main" id="{20109CBD-8805-47A5-AC6E-074D77BCA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9284" y="1131062"/>
            <a:ext cx="71755" cy="10"/>
          </a:xfrm>
          <a:custGeom xmlns:a="http://schemas.openxmlformats.org/drawingml/2006/main">
            <a:pathLst>
              <a:path w="71755" h="10">
                <a:moveTo>
                  <a:pt x="0" y="0"/>
                </a:moveTo>
                <a:lnTo>
                  <a:pt x="717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281" name="element_0281_line">
            <a:extLst xmlns:a="http://schemas.openxmlformats.org/drawingml/2006/main">
              <a:ext uri="{FF2B5EF4-FFF2-40B4-BE49-F238E27FC236}">
                <a16:creationId xmlns:a16="http://schemas.microsoft.com/office/drawing/2014/main" id="{7B16C489-05EF-4382-A640-233DC0856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5098" y="1095248"/>
            <a:ext cx="10" cy="71755"/>
          </a:xfrm>
          <a:custGeom xmlns:a="http://schemas.openxmlformats.org/drawingml/2006/main">
            <a:pathLst>
              <a:path w="10" h="71755">
                <a:moveTo>
                  <a:pt x="0" y="717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282" name="element_0282_line">
            <a:extLst xmlns:a="http://schemas.openxmlformats.org/drawingml/2006/main">
              <a:ext uri="{FF2B5EF4-FFF2-40B4-BE49-F238E27FC236}">
                <a16:creationId xmlns:a16="http://schemas.microsoft.com/office/drawing/2014/main" id="{67442332-08C5-47BA-8479-004A1E78A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4745" y="1137158"/>
            <a:ext cx="71755" cy="10"/>
          </a:xfrm>
          <a:custGeom xmlns:a="http://schemas.openxmlformats.org/drawingml/2006/main">
            <a:pathLst>
              <a:path w="71755" h="10">
                <a:moveTo>
                  <a:pt x="0" y="0"/>
                </a:moveTo>
                <a:lnTo>
                  <a:pt x="717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283" name="element_0283_line">
            <a:extLst xmlns:a="http://schemas.openxmlformats.org/drawingml/2006/main">
              <a:ext uri="{FF2B5EF4-FFF2-40B4-BE49-F238E27FC236}">
                <a16:creationId xmlns:a16="http://schemas.microsoft.com/office/drawing/2014/main" id="{66390D89-1F7C-408A-8747-DF1A05BAC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0686" y="1101217"/>
            <a:ext cx="10" cy="71755"/>
          </a:xfrm>
          <a:custGeom xmlns:a="http://schemas.openxmlformats.org/drawingml/2006/main">
            <a:pathLst>
              <a:path w="10" h="71755">
                <a:moveTo>
                  <a:pt x="0" y="717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284" name="element_0284_line">
            <a:extLst xmlns:a="http://schemas.openxmlformats.org/drawingml/2006/main">
              <a:ext uri="{FF2B5EF4-FFF2-40B4-BE49-F238E27FC236}">
                <a16:creationId xmlns:a16="http://schemas.microsoft.com/office/drawing/2014/main" id="{8D5C1929-F3B4-4CCA-8553-1FF904C96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793" y="1137158"/>
            <a:ext cx="71755" cy="10"/>
          </a:xfrm>
          <a:custGeom xmlns:a="http://schemas.openxmlformats.org/drawingml/2006/main">
            <a:pathLst>
              <a:path w="71755" h="10">
                <a:moveTo>
                  <a:pt x="0" y="0"/>
                </a:moveTo>
                <a:lnTo>
                  <a:pt x="717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285" name="element_0285_line">
            <a:extLst xmlns:a="http://schemas.openxmlformats.org/drawingml/2006/main">
              <a:ext uri="{FF2B5EF4-FFF2-40B4-BE49-F238E27FC236}">
                <a16:creationId xmlns:a16="http://schemas.microsoft.com/office/drawing/2014/main" id="{A712E015-FBF6-4BC9-9F98-EAE75DC8A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3607" y="1101217"/>
            <a:ext cx="10" cy="71755"/>
          </a:xfrm>
          <a:custGeom xmlns:a="http://schemas.openxmlformats.org/drawingml/2006/main">
            <a:pathLst>
              <a:path w="10" h="71755">
                <a:moveTo>
                  <a:pt x="0" y="717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286" name="element_0286_line">
            <a:extLst xmlns:a="http://schemas.openxmlformats.org/drawingml/2006/main">
              <a:ext uri="{FF2B5EF4-FFF2-40B4-BE49-F238E27FC236}">
                <a16:creationId xmlns:a16="http://schemas.microsoft.com/office/drawing/2014/main" id="{4532F594-9F9D-4CEF-897B-E5501CE3F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9543" y="1149223"/>
            <a:ext cx="71628" cy="10"/>
          </a:xfrm>
          <a:custGeom xmlns:a="http://schemas.openxmlformats.org/drawingml/2006/main">
            <a:pathLst>
              <a:path w="71628" h="10">
                <a:moveTo>
                  <a:pt x="0" y="0"/>
                </a:moveTo>
                <a:lnTo>
                  <a:pt x="71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287" name="element_0287_line">
            <a:extLst xmlns:a="http://schemas.openxmlformats.org/drawingml/2006/main">
              <a:ext uri="{FF2B5EF4-FFF2-40B4-BE49-F238E27FC236}">
                <a16:creationId xmlns:a16="http://schemas.microsoft.com/office/drawing/2014/main" id="{7EDD83CF-BA2B-4C04-9426-76DFF28F4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357" y="1113409"/>
            <a:ext cx="10" cy="71755"/>
          </a:xfrm>
          <a:custGeom xmlns:a="http://schemas.openxmlformats.org/drawingml/2006/main">
            <a:pathLst>
              <a:path w="10" h="71755">
                <a:moveTo>
                  <a:pt x="0" y="717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288" name="element_0288_line">
            <a:extLst xmlns:a="http://schemas.openxmlformats.org/drawingml/2006/main">
              <a:ext uri="{FF2B5EF4-FFF2-40B4-BE49-F238E27FC236}">
                <a16:creationId xmlns:a16="http://schemas.microsoft.com/office/drawing/2014/main" id="{A4C45280-60DD-4608-A73F-586466990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3480" y="1149223"/>
            <a:ext cx="71755" cy="10"/>
          </a:xfrm>
          <a:custGeom xmlns:a="http://schemas.openxmlformats.org/drawingml/2006/main">
            <a:pathLst>
              <a:path w="71755" h="10">
                <a:moveTo>
                  <a:pt x="0" y="0"/>
                </a:moveTo>
                <a:lnTo>
                  <a:pt x="717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289" name="element_0289_line">
            <a:extLst xmlns:a="http://schemas.openxmlformats.org/drawingml/2006/main">
              <a:ext uri="{FF2B5EF4-FFF2-40B4-BE49-F238E27FC236}">
                <a16:creationId xmlns:a16="http://schemas.microsoft.com/office/drawing/2014/main" id="{C07922C2-98F6-4C84-B8D2-A1D3EFE56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9421" y="1113409"/>
            <a:ext cx="10" cy="71755"/>
          </a:xfrm>
          <a:custGeom xmlns:a="http://schemas.openxmlformats.org/drawingml/2006/main">
            <a:pathLst>
              <a:path w="10" h="71755">
                <a:moveTo>
                  <a:pt x="0" y="717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290" name="element_0290_line">
            <a:extLst xmlns:a="http://schemas.openxmlformats.org/drawingml/2006/main">
              <a:ext uri="{FF2B5EF4-FFF2-40B4-BE49-F238E27FC236}">
                <a16:creationId xmlns:a16="http://schemas.microsoft.com/office/drawing/2014/main" id="{0E0EA4C1-3CA7-4C1C-B2F4-66C12C7A5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2116" y="1149223"/>
            <a:ext cx="71628" cy="10"/>
          </a:xfrm>
          <a:custGeom xmlns:a="http://schemas.openxmlformats.org/drawingml/2006/main">
            <a:pathLst>
              <a:path w="71628" h="10">
                <a:moveTo>
                  <a:pt x="0" y="0"/>
                </a:moveTo>
                <a:lnTo>
                  <a:pt x="71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291" name="element_0291_line">
            <a:extLst xmlns:a="http://schemas.openxmlformats.org/drawingml/2006/main">
              <a:ext uri="{FF2B5EF4-FFF2-40B4-BE49-F238E27FC236}">
                <a16:creationId xmlns:a16="http://schemas.microsoft.com/office/drawing/2014/main" id="{734DE34B-FB2D-4415-864D-D0F491B1A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7930" y="1113409"/>
            <a:ext cx="10" cy="71755"/>
          </a:xfrm>
          <a:custGeom xmlns:a="http://schemas.openxmlformats.org/drawingml/2006/main">
            <a:pathLst>
              <a:path w="10" h="71755">
                <a:moveTo>
                  <a:pt x="0" y="717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292" name="element_0292_line">
            <a:extLst xmlns:a="http://schemas.openxmlformats.org/drawingml/2006/main">
              <a:ext uri="{FF2B5EF4-FFF2-40B4-BE49-F238E27FC236}">
                <a16:creationId xmlns:a16="http://schemas.microsoft.com/office/drawing/2014/main" id="{C7B060E3-F4AF-4C1D-B7EF-D89C36C21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9675" y="1174115"/>
            <a:ext cx="71755" cy="10"/>
          </a:xfrm>
          <a:custGeom xmlns:a="http://schemas.openxmlformats.org/drawingml/2006/main">
            <a:pathLst>
              <a:path w="71755" h="10">
                <a:moveTo>
                  <a:pt x="0" y="0"/>
                </a:moveTo>
                <a:lnTo>
                  <a:pt x="717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293" name="element_0293_line">
            <a:extLst xmlns:a="http://schemas.openxmlformats.org/drawingml/2006/main">
              <a:ext uri="{FF2B5EF4-FFF2-40B4-BE49-F238E27FC236}">
                <a16:creationId xmlns:a16="http://schemas.microsoft.com/office/drawing/2014/main" id="{6A4B12CA-26D2-4B0B-A92D-6C6CB99DD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5616" y="1138174"/>
            <a:ext cx="10" cy="71755"/>
          </a:xfrm>
          <a:custGeom xmlns:a="http://schemas.openxmlformats.org/drawingml/2006/main">
            <a:pathLst>
              <a:path w="10" h="71755">
                <a:moveTo>
                  <a:pt x="0" y="717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294" name="element_0294_line">
            <a:extLst xmlns:a="http://schemas.openxmlformats.org/drawingml/2006/main">
              <a:ext uri="{FF2B5EF4-FFF2-40B4-BE49-F238E27FC236}">
                <a16:creationId xmlns:a16="http://schemas.microsoft.com/office/drawing/2014/main" id="{CCE97E21-A393-41F4-A912-E3E601508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4247" y="1180338"/>
            <a:ext cx="71755" cy="10"/>
          </a:xfrm>
          <a:custGeom xmlns:a="http://schemas.openxmlformats.org/drawingml/2006/main">
            <a:pathLst>
              <a:path w="71755" h="10">
                <a:moveTo>
                  <a:pt x="0" y="0"/>
                </a:moveTo>
                <a:lnTo>
                  <a:pt x="717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295" name="element_0295_line">
            <a:extLst xmlns:a="http://schemas.openxmlformats.org/drawingml/2006/main">
              <a:ext uri="{FF2B5EF4-FFF2-40B4-BE49-F238E27FC236}">
                <a16:creationId xmlns:a16="http://schemas.microsoft.com/office/drawing/2014/main" id="{1A08BAA4-3022-47BC-9F7D-8D820292B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0188" y="1144397"/>
            <a:ext cx="10" cy="71755"/>
          </a:xfrm>
          <a:custGeom xmlns:a="http://schemas.openxmlformats.org/drawingml/2006/main">
            <a:pathLst>
              <a:path w="10" h="71755">
                <a:moveTo>
                  <a:pt x="0" y="717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296" name="element_0296_line">
            <a:extLst xmlns:a="http://schemas.openxmlformats.org/drawingml/2006/main">
              <a:ext uri="{FF2B5EF4-FFF2-40B4-BE49-F238E27FC236}">
                <a16:creationId xmlns:a16="http://schemas.microsoft.com/office/drawing/2014/main" id="{1CDA76D1-2BF2-4EFD-8489-75F9E3166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8537" y="1192911"/>
            <a:ext cx="71628" cy="10"/>
          </a:xfrm>
          <a:custGeom xmlns:a="http://schemas.openxmlformats.org/drawingml/2006/main">
            <a:pathLst>
              <a:path w="71628" h="10">
                <a:moveTo>
                  <a:pt x="0" y="0"/>
                </a:moveTo>
                <a:lnTo>
                  <a:pt x="71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297" name="element_0297_line">
            <a:extLst xmlns:a="http://schemas.openxmlformats.org/drawingml/2006/main">
              <a:ext uri="{FF2B5EF4-FFF2-40B4-BE49-F238E27FC236}">
                <a16:creationId xmlns:a16="http://schemas.microsoft.com/office/drawing/2014/main" id="{21F19D87-9E66-480D-808B-ACAA0A87B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351" y="1156970"/>
            <a:ext cx="10" cy="71755"/>
          </a:xfrm>
          <a:custGeom xmlns:a="http://schemas.openxmlformats.org/drawingml/2006/main">
            <a:pathLst>
              <a:path w="10" h="71755">
                <a:moveTo>
                  <a:pt x="0" y="717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298" name="element_0298_line">
            <a:extLst xmlns:a="http://schemas.openxmlformats.org/drawingml/2006/main">
              <a:ext uri="{FF2B5EF4-FFF2-40B4-BE49-F238E27FC236}">
                <a16:creationId xmlns:a16="http://schemas.microsoft.com/office/drawing/2014/main" id="{5828FA3D-0346-49FB-A3CD-BBE7E3353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0442" y="1192911"/>
            <a:ext cx="71755" cy="10"/>
          </a:xfrm>
          <a:custGeom xmlns:a="http://schemas.openxmlformats.org/drawingml/2006/main">
            <a:pathLst>
              <a:path w="71755" h="10">
                <a:moveTo>
                  <a:pt x="0" y="0"/>
                </a:moveTo>
                <a:lnTo>
                  <a:pt x="717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299" name="element_0299_line">
            <a:extLst xmlns:a="http://schemas.openxmlformats.org/drawingml/2006/main">
              <a:ext uri="{FF2B5EF4-FFF2-40B4-BE49-F238E27FC236}">
                <a16:creationId xmlns:a16="http://schemas.microsoft.com/office/drawing/2014/main" id="{8D9671F0-8B32-4D19-A3AB-AD13F91A8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383" y="1156970"/>
            <a:ext cx="10" cy="71755"/>
          </a:xfrm>
          <a:custGeom xmlns:a="http://schemas.openxmlformats.org/drawingml/2006/main">
            <a:pathLst>
              <a:path w="10" h="71755">
                <a:moveTo>
                  <a:pt x="0" y="717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300" name="element_0300_line">
            <a:extLst xmlns:a="http://schemas.openxmlformats.org/drawingml/2006/main">
              <a:ext uri="{FF2B5EF4-FFF2-40B4-BE49-F238E27FC236}">
                <a16:creationId xmlns:a16="http://schemas.microsoft.com/office/drawing/2014/main" id="{FD1C968C-8E9D-4859-B319-0625D90AE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419" y="1211961"/>
            <a:ext cx="71755" cy="10"/>
          </a:xfrm>
          <a:custGeom xmlns:a="http://schemas.openxmlformats.org/drawingml/2006/main">
            <a:pathLst>
              <a:path w="71755" h="10">
                <a:moveTo>
                  <a:pt x="0" y="0"/>
                </a:moveTo>
                <a:lnTo>
                  <a:pt x="717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301" name="element_0301_line">
            <a:extLst xmlns:a="http://schemas.openxmlformats.org/drawingml/2006/main">
              <a:ext uri="{FF2B5EF4-FFF2-40B4-BE49-F238E27FC236}">
                <a16:creationId xmlns:a16="http://schemas.microsoft.com/office/drawing/2014/main" id="{6125680D-97A9-4427-A145-5EF9C50F5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6233" y="1176020"/>
            <a:ext cx="10" cy="71755"/>
          </a:xfrm>
          <a:custGeom xmlns:a="http://schemas.openxmlformats.org/drawingml/2006/main">
            <a:pathLst>
              <a:path w="10" h="71755">
                <a:moveTo>
                  <a:pt x="0" y="717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302" name="element_0302_line">
            <a:extLst xmlns:a="http://schemas.openxmlformats.org/drawingml/2006/main">
              <a:ext uri="{FF2B5EF4-FFF2-40B4-BE49-F238E27FC236}">
                <a16:creationId xmlns:a16="http://schemas.microsoft.com/office/drawing/2014/main" id="{FBF688D1-C619-4685-9A83-77D3F37AF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8928" y="1218311"/>
            <a:ext cx="71755" cy="10"/>
          </a:xfrm>
          <a:custGeom xmlns:a="http://schemas.openxmlformats.org/drawingml/2006/main">
            <a:pathLst>
              <a:path w="71755" h="10">
                <a:moveTo>
                  <a:pt x="0" y="0"/>
                </a:moveTo>
                <a:lnTo>
                  <a:pt x="717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303" name="element_0303_line">
            <a:extLst xmlns:a="http://schemas.openxmlformats.org/drawingml/2006/main">
              <a:ext uri="{FF2B5EF4-FFF2-40B4-BE49-F238E27FC236}">
                <a16:creationId xmlns:a16="http://schemas.microsoft.com/office/drawing/2014/main" id="{2C230AA3-AB61-4C56-A308-438898645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4869" y="1182370"/>
            <a:ext cx="10" cy="71755"/>
          </a:xfrm>
          <a:custGeom xmlns:a="http://schemas.openxmlformats.org/drawingml/2006/main">
            <a:pathLst>
              <a:path w="10" h="71755">
                <a:moveTo>
                  <a:pt x="0" y="717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304" name="element_0304_line">
            <a:extLst xmlns:a="http://schemas.openxmlformats.org/drawingml/2006/main">
              <a:ext uri="{FF2B5EF4-FFF2-40B4-BE49-F238E27FC236}">
                <a16:creationId xmlns:a16="http://schemas.microsoft.com/office/drawing/2014/main" id="{21750F0C-2808-470C-A321-5D1BEA0CD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5024" y="1224661"/>
            <a:ext cx="71755" cy="10"/>
          </a:xfrm>
          <a:custGeom xmlns:a="http://schemas.openxmlformats.org/drawingml/2006/main">
            <a:pathLst>
              <a:path w="71755" h="10">
                <a:moveTo>
                  <a:pt x="0" y="0"/>
                </a:moveTo>
                <a:lnTo>
                  <a:pt x="717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305" name="element_0305_line">
            <a:extLst xmlns:a="http://schemas.openxmlformats.org/drawingml/2006/main">
              <a:ext uri="{FF2B5EF4-FFF2-40B4-BE49-F238E27FC236}">
                <a16:creationId xmlns:a16="http://schemas.microsoft.com/office/drawing/2014/main" id="{0BBDDA1F-945C-4B71-980C-0B9545AD5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0838" y="1188847"/>
            <a:ext cx="10" cy="71755"/>
          </a:xfrm>
          <a:custGeom xmlns:a="http://schemas.openxmlformats.org/drawingml/2006/main">
            <a:pathLst>
              <a:path w="10" h="71755">
                <a:moveTo>
                  <a:pt x="0" y="717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306" name="element_0306_line">
            <a:extLst xmlns:a="http://schemas.openxmlformats.org/drawingml/2006/main">
              <a:ext uri="{FF2B5EF4-FFF2-40B4-BE49-F238E27FC236}">
                <a16:creationId xmlns:a16="http://schemas.microsoft.com/office/drawing/2014/main" id="{28275A13-F47E-42C6-9920-475CBE838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6040" y="1224661"/>
            <a:ext cx="71755" cy="10"/>
          </a:xfrm>
          <a:custGeom xmlns:a="http://schemas.openxmlformats.org/drawingml/2006/main">
            <a:pathLst>
              <a:path w="71755" h="10">
                <a:moveTo>
                  <a:pt x="0" y="0"/>
                </a:moveTo>
                <a:lnTo>
                  <a:pt x="717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307" name="element_0307_line">
            <a:extLst xmlns:a="http://schemas.openxmlformats.org/drawingml/2006/main">
              <a:ext uri="{FF2B5EF4-FFF2-40B4-BE49-F238E27FC236}">
                <a16:creationId xmlns:a16="http://schemas.microsoft.com/office/drawing/2014/main" id="{589B1093-340A-4D64-8C99-2EFE23E3F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1854" y="1188847"/>
            <a:ext cx="10" cy="71755"/>
          </a:xfrm>
          <a:custGeom xmlns:a="http://schemas.openxmlformats.org/drawingml/2006/main">
            <a:pathLst>
              <a:path w="10" h="71755">
                <a:moveTo>
                  <a:pt x="0" y="717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308" name="element_0308_line">
            <a:extLst xmlns:a="http://schemas.openxmlformats.org/drawingml/2006/main">
              <a:ext uri="{FF2B5EF4-FFF2-40B4-BE49-F238E27FC236}">
                <a16:creationId xmlns:a16="http://schemas.microsoft.com/office/drawing/2014/main" id="{7CFD4FEB-099A-4DE9-BFC1-455496D09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5250" y="1244219"/>
            <a:ext cx="71628" cy="10"/>
          </a:xfrm>
          <a:custGeom xmlns:a="http://schemas.openxmlformats.org/drawingml/2006/main">
            <a:pathLst>
              <a:path w="71628" h="10">
                <a:moveTo>
                  <a:pt x="0" y="0"/>
                </a:moveTo>
                <a:lnTo>
                  <a:pt x="71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309" name="element_0309_line">
            <a:extLst xmlns:a="http://schemas.openxmlformats.org/drawingml/2006/main">
              <a:ext uri="{FF2B5EF4-FFF2-40B4-BE49-F238E27FC236}">
                <a16:creationId xmlns:a16="http://schemas.microsoft.com/office/drawing/2014/main" id="{54CDBACA-3C4B-4DE3-94C1-C1E89A1B1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1064" y="1208405"/>
            <a:ext cx="10" cy="71628"/>
          </a:xfrm>
          <a:custGeom xmlns:a="http://schemas.openxmlformats.org/drawingml/2006/main">
            <a:pathLst>
              <a:path w="10" h="71628">
                <a:moveTo>
                  <a:pt x="0" y="7162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310" name="element_0310_line">
            <a:extLst xmlns:a="http://schemas.openxmlformats.org/drawingml/2006/main">
              <a:ext uri="{FF2B5EF4-FFF2-40B4-BE49-F238E27FC236}">
                <a16:creationId xmlns:a16="http://schemas.microsoft.com/office/drawing/2014/main" id="{AFE62F7C-3333-4988-BBD0-9F385BE7C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4333" y="1250823"/>
            <a:ext cx="71755" cy="10"/>
          </a:xfrm>
          <a:custGeom xmlns:a="http://schemas.openxmlformats.org/drawingml/2006/main">
            <a:pathLst>
              <a:path w="71755" h="10">
                <a:moveTo>
                  <a:pt x="0" y="0"/>
                </a:moveTo>
                <a:lnTo>
                  <a:pt x="717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311" name="element_0311_line">
            <a:extLst xmlns:a="http://schemas.openxmlformats.org/drawingml/2006/main">
              <a:ext uri="{FF2B5EF4-FFF2-40B4-BE49-F238E27FC236}">
                <a16:creationId xmlns:a16="http://schemas.microsoft.com/office/drawing/2014/main" id="{97F919F6-7230-4F0F-8025-0589E5D49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274" y="1214882"/>
            <a:ext cx="10" cy="71755"/>
          </a:xfrm>
          <a:custGeom xmlns:a="http://schemas.openxmlformats.org/drawingml/2006/main">
            <a:pathLst>
              <a:path w="10" h="71755">
                <a:moveTo>
                  <a:pt x="0" y="717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312" name="element_0312_line">
            <a:extLst xmlns:a="http://schemas.openxmlformats.org/drawingml/2006/main">
              <a:ext uri="{FF2B5EF4-FFF2-40B4-BE49-F238E27FC236}">
                <a16:creationId xmlns:a16="http://schemas.microsoft.com/office/drawing/2014/main" id="{3742000F-E4D3-40B1-8E12-7CF655AB4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9413" y="1250823"/>
            <a:ext cx="71755" cy="10"/>
          </a:xfrm>
          <a:custGeom xmlns:a="http://schemas.openxmlformats.org/drawingml/2006/main">
            <a:pathLst>
              <a:path w="71755" h="10">
                <a:moveTo>
                  <a:pt x="0" y="0"/>
                </a:moveTo>
                <a:lnTo>
                  <a:pt x="717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313" name="element_0313_line">
            <a:extLst xmlns:a="http://schemas.openxmlformats.org/drawingml/2006/main">
              <a:ext uri="{FF2B5EF4-FFF2-40B4-BE49-F238E27FC236}">
                <a16:creationId xmlns:a16="http://schemas.microsoft.com/office/drawing/2014/main" id="{799646E8-3837-419E-9C66-80454689D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227" y="1214882"/>
            <a:ext cx="10" cy="71755"/>
          </a:xfrm>
          <a:custGeom xmlns:a="http://schemas.openxmlformats.org/drawingml/2006/main">
            <a:pathLst>
              <a:path w="10" h="71755">
                <a:moveTo>
                  <a:pt x="0" y="717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314" name="element_0314_line">
            <a:extLst xmlns:a="http://schemas.openxmlformats.org/drawingml/2006/main">
              <a:ext uri="{FF2B5EF4-FFF2-40B4-BE49-F238E27FC236}">
                <a16:creationId xmlns:a16="http://schemas.microsoft.com/office/drawing/2014/main" id="{80CAC2A6-8237-4B86-A908-1FC43851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1003" y="1277239"/>
            <a:ext cx="71755" cy="10"/>
          </a:xfrm>
          <a:custGeom xmlns:a="http://schemas.openxmlformats.org/drawingml/2006/main">
            <a:pathLst>
              <a:path w="71755" h="10">
                <a:moveTo>
                  <a:pt x="0" y="0"/>
                </a:moveTo>
                <a:lnTo>
                  <a:pt x="717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315" name="element_0315_line">
            <a:extLst xmlns:a="http://schemas.openxmlformats.org/drawingml/2006/main">
              <a:ext uri="{FF2B5EF4-FFF2-40B4-BE49-F238E27FC236}">
                <a16:creationId xmlns:a16="http://schemas.microsoft.com/office/drawing/2014/main" id="{620D6025-58EB-4EC2-9EFD-64F734FB5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6944" y="1241425"/>
            <a:ext cx="10" cy="71628"/>
          </a:xfrm>
          <a:custGeom xmlns:a="http://schemas.openxmlformats.org/drawingml/2006/main">
            <a:pathLst>
              <a:path w="10" h="71628">
                <a:moveTo>
                  <a:pt x="0" y="7162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316" name="element_0316_line">
            <a:extLst xmlns:a="http://schemas.openxmlformats.org/drawingml/2006/main">
              <a:ext uri="{FF2B5EF4-FFF2-40B4-BE49-F238E27FC236}">
                <a16:creationId xmlns:a16="http://schemas.microsoft.com/office/drawing/2014/main" id="{385622D6-5977-47D3-BEA7-4F4FBA3BE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8148" y="1277239"/>
            <a:ext cx="71755" cy="10"/>
          </a:xfrm>
          <a:custGeom xmlns:a="http://schemas.openxmlformats.org/drawingml/2006/main">
            <a:pathLst>
              <a:path w="71755" h="10">
                <a:moveTo>
                  <a:pt x="0" y="0"/>
                </a:moveTo>
                <a:lnTo>
                  <a:pt x="717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317" name="element_0317_line">
            <a:extLst xmlns:a="http://schemas.openxmlformats.org/drawingml/2006/main">
              <a:ext uri="{FF2B5EF4-FFF2-40B4-BE49-F238E27FC236}">
                <a16:creationId xmlns:a16="http://schemas.microsoft.com/office/drawing/2014/main" id="{C5B2BE0B-B85C-4C79-AD63-87E583276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962" y="1241425"/>
            <a:ext cx="10" cy="71628"/>
          </a:xfrm>
          <a:custGeom xmlns:a="http://schemas.openxmlformats.org/drawingml/2006/main">
            <a:pathLst>
              <a:path w="10" h="71628">
                <a:moveTo>
                  <a:pt x="0" y="7162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318" name="element_0318_line">
            <a:extLst xmlns:a="http://schemas.openxmlformats.org/drawingml/2006/main">
              <a:ext uri="{FF2B5EF4-FFF2-40B4-BE49-F238E27FC236}">
                <a16:creationId xmlns:a16="http://schemas.microsoft.com/office/drawing/2014/main" id="{9309D28D-4D2E-4472-84E2-3D0597251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1277239"/>
            <a:ext cx="71755" cy="10"/>
          </a:xfrm>
          <a:custGeom xmlns:a="http://schemas.openxmlformats.org/drawingml/2006/main">
            <a:pathLst>
              <a:path w="71755" h="10">
                <a:moveTo>
                  <a:pt x="0" y="0"/>
                </a:moveTo>
                <a:lnTo>
                  <a:pt x="717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319" name="element_0319_line">
            <a:extLst xmlns:a="http://schemas.openxmlformats.org/drawingml/2006/main">
              <a:ext uri="{FF2B5EF4-FFF2-40B4-BE49-F238E27FC236}">
                <a16:creationId xmlns:a16="http://schemas.microsoft.com/office/drawing/2014/main" id="{40CBD65F-55B9-42A7-B411-68B39D26B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5486" y="1241425"/>
            <a:ext cx="10" cy="71628"/>
          </a:xfrm>
          <a:custGeom xmlns:a="http://schemas.openxmlformats.org/drawingml/2006/main">
            <a:pathLst>
              <a:path w="10" h="71628">
                <a:moveTo>
                  <a:pt x="0" y="7162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320" name="element_0320_line">
            <a:extLst xmlns:a="http://schemas.openxmlformats.org/drawingml/2006/main">
              <a:ext uri="{FF2B5EF4-FFF2-40B4-BE49-F238E27FC236}">
                <a16:creationId xmlns:a16="http://schemas.microsoft.com/office/drawing/2014/main" id="{431E072D-5BAD-4D07-B36E-56D8EEC07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1295" y="1283970"/>
            <a:ext cx="71755" cy="10"/>
          </a:xfrm>
          <a:custGeom xmlns:a="http://schemas.openxmlformats.org/drawingml/2006/main">
            <a:pathLst>
              <a:path w="71755" h="10">
                <a:moveTo>
                  <a:pt x="0" y="0"/>
                </a:moveTo>
                <a:lnTo>
                  <a:pt x="717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321" name="element_0321_line">
            <a:extLst xmlns:a="http://schemas.openxmlformats.org/drawingml/2006/main">
              <a:ext uri="{FF2B5EF4-FFF2-40B4-BE49-F238E27FC236}">
                <a16:creationId xmlns:a16="http://schemas.microsoft.com/office/drawing/2014/main" id="{43C2D88C-2857-4DD9-809F-90910999F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7236" y="1248156"/>
            <a:ext cx="10" cy="71755"/>
          </a:xfrm>
          <a:custGeom xmlns:a="http://schemas.openxmlformats.org/drawingml/2006/main">
            <a:pathLst>
              <a:path w="10" h="71755">
                <a:moveTo>
                  <a:pt x="0" y="717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322" name="element_0322_line">
            <a:extLst xmlns:a="http://schemas.openxmlformats.org/drawingml/2006/main">
              <a:ext uri="{FF2B5EF4-FFF2-40B4-BE49-F238E27FC236}">
                <a16:creationId xmlns:a16="http://schemas.microsoft.com/office/drawing/2014/main" id="{E1E21728-9CF5-47E7-B9C6-25022A001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883" y="1283970"/>
            <a:ext cx="71755" cy="10"/>
          </a:xfrm>
          <a:custGeom xmlns:a="http://schemas.openxmlformats.org/drawingml/2006/main">
            <a:pathLst>
              <a:path w="71755" h="10">
                <a:moveTo>
                  <a:pt x="0" y="0"/>
                </a:moveTo>
                <a:lnTo>
                  <a:pt x="717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323" name="element_0323_line">
            <a:extLst xmlns:a="http://schemas.openxmlformats.org/drawingml/2006/main">
              <a:ext uri="{FF2B5EF4-FFF2-40B4-BE49-F238E27FC236}">
                <a16:creationId xmlns:a16="http://schemas.microsoft.com/office/drawing/2014/main" id="{EAD2CA63-B1E5-4C89-B631-E214FE145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2697" y="1248156"/>
            <a:ext cx="10" cy="71755"/>
          </a:xfrm>
          <a:custGeom xmlns:a="http://schemas.openxmlformats.org/drawingml/2006/main">
            <a:pathLst>
              <a:path w="10" h="71755">
                <a:moveTo>
                  <a:pt x="0" y="717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324" name="element_0324_line">
            <a:extLst xmlns:a="http://schemas.openxmlformats.org/drawingml/2006/main">
              <a:ext uri="{FF2B5EF4-FFF2-40B4-BE49-F238E27FC236}">
                <a16:creationId xmlns:a16="http://schemas.microsoft.com/office/drawing/2014/main" id="{9D3B9EBD-E243-47C2-8434-CFA3E2472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6408" y="1283970"/>
            <a:ext cx="71755" cy="10"/>
          </a:xfrm>
          <a:custGeom xmlns:a="http://schemas.openxmlformats.org/drawingml/2006/main">
            <a:pathLst>
              <a:path w="71755" h="10">
                <a:moveTo>
                  <a:pt x="0" y="0"/>
                </a:moveTo>
                <a:lnTo>
                  <a:pt x="717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325" name="element_0325_line">
            <a:extLst xmlns:a="http://schemas.openxmlformats.org/drawingml/2006/main">
              <a:ext uri="{FF2B5EF4-FFF2-40B4-BE49-F238E27FC236}">
                <a16:creationId xmlns:a16="http://schemas.microsoft.com/office/drawing/2014/main" id="{1B110C0E-A270-4E0C-B532-221E2CC2E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2349" y="1248156"/>
            <a:ext cx="10" cy="71755"/>
          </a:xfrm>
          <a:custGeom xmlns:a="http://schemas.openxmlformats.org/drawingml/2006/main">
            <a:pathLst>
              <a:path w="10" h="71755">
                <a:moveTo>
                  <a:pt x="0" y="717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326" name="element_0326_line">
            <a:extLst xmlns:a="http://schemas.openxmlformats.org/drawingml/2006/main">
              <a:ext uri="{FF2B5EF4-FFF2-40B4-BE49-F238E27FC236}">
                <a16:creationId xmlns:a16="http://schemas.microsoft.com/office/drawing/2014/main" id="{F54DC9A7-65F1-4415-A179-571715553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504" y="1290828"/>
            <a:ext cx="71755" cy="10"/>
          </a:xfrm>
          <a:custGeom xmlns:a="http://schemas.openxmlformats.org/drawingml/2006/main">
            <a:pathLst>
              <a:path w="71755" h="10">
                <a:moveTo>
                  <a:pt x="0" y="0"/>
                </a:moveTo>
                <a:lnTo>
                  <a:pt x="717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327" name="element_0327_line">
            <a:extLst xmlns:a="http://schemas.openxmlformats.org/drawingml/2006/main">
              <a:ext uri="{FF2B5EF4-FFF2-40B4-BE49-F238E27FC236}">
                <a16:creationId xmlns:a16="http://schemas.microsoft.com/office/drawing/2014/main" id="{93C880DF-17AD-436C-A05B-AB6E1F1C4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8318" y="1255014"/>
            <a:ext cx="10" cy="71755"/>
          </a:xfrm>
          <a:custGeom xmlns:a="http://schemas.openxmlformats.org/drawingml/2006/main">
            <a:pathLst>
              <a:path w="10" h="71755">
                <a:moveTo>
                  <a:pt x="0" y="717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328" name="element_0328_line">
            <a:extLst xmlns:a="http://schemas.openxmlformats.org/drawingml/2006/main">
              <a:ext uri="{FF2B5EF4-FFF2-40B4-BE49-F238E27FC236}">
                <a16:creationId xmlns:a16="http://schemas.microsoft.com/office/drawing/2014/main" id="{18590F83-84AA-4987-9FED-4531871C3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2029" y="1290828"/>
            <a:ext cx="71755" cy="10"/>
          </a:xfrm>
          <a:custGeom xmlns:a="http://schemas.openxmlformats.org/drawingml/2006/main">
            <a:pathLst>
              <a:path w="71755" h="10">
                <a:moveTo>
                  <a:pt x="0" y="0"/>
                </a:moveTo>
                <a:lnTo>
                  <a:pt x="717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329" name="element_0329_line">
            <a:extLst xmlns:a="http://schemas.openxmlformats.org/drawingml/2006/main">
              <a:ext uri="{FF2B5EF4-FFF2-40B4-BE49-F238E27FC236}">
                <a16:creationId xmlns:a16="http://schemas.microsoft.com/office/drawing/2014/main" id="{17BCB29A-4943-41A4-95E5-C8515F2F4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7843" y="1255014"/>
            <a:ext cx="10" cy="71755"/>
          </a:xfrm>
          <a:custGeom xmlns:a="http://schemas.openxmlformats.org/drawingml/2006/main">
            <a:pathLst>
              <a:path w="10" h="71755">
                <a:moveTo>
                  <a:pt x="0" y="717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330" name="element_0330_line">
            <a:extLst xmlns:a="http://schemas.openxmlformats.org/drawingml/2006/main">
              <a:ext uri="{FF2B5EF4-FFF2-40B4-BE49-F238E27FC236}">
                <a16:creationId xmlns:a16="http://schemas.microsoft.com/office/drawing/2014/main" id="{4026FC11-545D-444A-A8EF-C3186BFBF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554" y="1297813"/>
            <a:ext cx="71755" cy="10"/>
          </a:xfrm>
          <a:custGeom xmlns:a="http://schemas.openxmlformats.org/drawingml/2006/main">
            <a:pathLst>
              <a:path w="71755" h="10">
                <a:moveTo>
                  <a:pt x="0" y="0"/>
                </a:moveTo>
                <a:lnTo>
                  <a:pt x="717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331" name="element_0331_line">
            <a:extLst xmlns:a="http://schemas.openxmlformats.org/drawingml/2006/main">
              <a:ext uri="{FF2B5EF4-FFF2-40B4-BE49-F238E27FC236}">
                <a16:creationId xmlns:a16="http://schemas.microsoft.com/office/drawing/2014/main" id="{1519A98F-F12E-4260-BBA7-B7F01D8A1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7495" y="1261999"/>
            <a:ext cx="10" cy="71755"/>
          </a:xfrm>
          <a:custGeom xmlns:a="http://schemas.openxmlformats.org/drawingml/2006/main">
            <a:pathLst>
              <a:path w="10" h="71755">
                <a:moveTo>
                  <a:pt x="0" y="717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332" name="element_0332_line">
            <a:extLst xmlns:a="http://schemas.openxmlformats.org/drawingml/2006/main">
              <a:ext uri="{FF2B5EF4-FFF2-40B4-BE49-F238E27FC236}">
                <a16:creationId xmlns:a16="http://schemas.microsoft.com/office/drawing/2014/main" id="{8AF34DA2-0A35-4690-940E-F3C4F4369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5618" y="1304925"/>
            <a:ext cx="71755" cy="10"/>
          </a:xfrm>
          <a:custGeom xmlns:a="http://schemas.openxmlformats.org/drawingml/2006/main">
            <a:pathLst>
              <a:path w="71755" h="10">
                <a:moveTo>
                  <a:pt x="0" y="0"/>
                </a:moveTo>
                <a:lnTo>
                  <a:pt x="717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333" name="element_0333_line">
            <a:extLst xmlns:a="http://schemas.openxmlformats.org/drawingml/2006/main">
              <a:ext uri="{FF2B5EF4-FFF2-40B4-BE49-F238E27FC236}">
                <a16:creationId xmlns:a16="http://schemas.microsoft.com/office/drawing/2014/main" id="{5C60F40D-ADC1-42D9-829E-3C55B4E01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1432" y="1268984"/>
            <a:ext cx="10" cy="71755"/>
          </a:xfrm>
          <a:custGeom xmlns:a="http://schemas.openxmlformats.org/drawingml/2006/main">
            <a:pathLst>
              <a:path w="10" h="71755">
                <a:moveTo>
                  <a:pt x="0" y="717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334" name="element_0334_line">
            <a:extLst xmlns:a="http://schemas.openxmlformats.org/drawingml/2006/main">
              <a:ext uri="{FF2B5EF4-FFF2-40B4-BE49-F238E27FC236}">
                <a16:creationId xmlns:a16="http://schemas.microsoft.com/office/drawing/2014/main" id="{1FBB63EF-3EBB-454E-8897-5C592E308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9207" y="1319022"/>
            <a:ext cx="71755" cy="10"/>
          </a:xfrm>
          <a:custGeom xmlns:a="http://schemas.openxmlformats.org/drawingml/2006/main">
            <a:pathLst>
              <a:path w="71755" h="10">
                <a:moveTo>
                  <a:pt x="0" y="0"/>
                </a:moveTo>
                <a:lnTo>
                  <a:pt x="717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335" name="element_0335_line">
            <a:extLst xmlns:a="http://schemas.openxmlformats.org/drawingml/2006/main">
              <a:ext uri="{FF2B5EF4-FFF2-40B4-BE49-F238E27FC236}">
                <a16:creationId xmlns:a16="http://schemas.microsoft.com/office/drawing/2014/main" id="{CF0DECB8-D902-4A87-9CF1-6EF0C7E86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5021" y="1283208"/>
            <a:ext cx="10" cy="71755"/>
          </a:xfrm>
          <a:custGeom xmlns:a="http://schemas.openxmlformats.org/drawingml/2006/main">
            <a:pathLst>
              <a:path w="10" h="71755">
                <a:moveTo>
                  <a:pt x="0" y="717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336" name="element_0336_line">
            <a:extLst xmlns:a="http://schemas.openxmlformats.org/drawingml/2006/main">
              <a:ext uri="{FF2B5EF4-FFF2-40B4-BE49-F238E27FC236}">
                <a16:creationId xmlns:a16="http://schemas.microsoft.com/office/drawing/2014/main" id="{4DF5ACF9-6CE9-4C0D-BD8E-4F78BCD61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5303" y="1319022"/>
            <a:ext cx="71628" cy="10"/>
          </a:xfrm>
          <a:custGeom xmlns:a="http://schemas.openxmlformats.org/drawingml/2006/main">
            <a:pathLst>
              <a:path w="71628" h="10">
                <a:moveTo>
                  <a:pt x="0" y="0"/>
                </a:moveTo>
                <a:lnTo>
                  <a:pt x="71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337" name="element_0337_line">
            <a:extLst xmlns:a="http://schemas.openxmlformats.org/drawingml/2006/main">
              <a:ext uri="{FF2B5EF4-FFF2-40B4-BE49-F238E27FC236}">
                <a16:creationId xmlns:a16="http://schemas.microsoft.com/office/drawing/2014/main" id="{75737B4F-680B-4315-9A46-0F4055CDE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1117" y="1283208"/>
            <a:ext cx="10" cy="71755"/>
          </a:xfrm>
          <a:custGeom xmlns:a="http://schemas.openxmlformats.org/drawingml/2006/main">
            <a:pathLst>
              <a:path w="10" h="71755">
                <a:moveTo>
                  <a:pt x="0" y="717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338" name="element_0338_line">
            <a:extLst xmlns:a="http://schemas.openxmlformats.org/drawingml/2006/main">
              <a:ext uri="{FF2B5EF4-FFF2-40B4-BE49-F238E27FC236}">
                <a16:creationId xmlns:a16="http://schemas.microsoft.com/office/drawing/2014/main" id="{BB5E71BF-840E-4963-B590-35D7455FF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5684" y="1319022"/>
            <a:ext cx="71755" cy="10"/>
          </a:xfrm>
          <a:custGeom xmlns:a="http://schemas.openxmlformats.org/drawingml/2006/main">
            <a:pathLst>
              <a:path w="71755" h="10">
                <a:moveTo>
                  <a:pt x="0" y="0"/>
                </a:moveTo>
                <a:lnTo>
                  <a:pt x="717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339" name="element_0339_line">
            <a:extLst xmlns:a="http://schemas.openxmlformats.org/drawingml/2006/main">
              <a:ext uri="{FF2B5EF4-FFF2-40B4-BE49-F238E27FC236}">
                <a16:creationId xmlns:a16="http://schemas.microsoft.com/office/drawing/2014/main" id="{60999455-F6E4-45D3-A406-766A716AA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1625" y="1283208"/>
            <a:ext cx="10" cy="71755"/>
          </a:xfrm>
          <a:custGeom xmlns:a="http://schemas.openxmlformats.org/drawingml/2006/main">
            <a:pathLst>
              <a:path w="10" h="71755">
                <a:moveTo>
                  <a:pt x="0" y="717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340" name="element_0340_line">
            <a:extLst xmlns:a="http://schemas.openxmlformats.org/drawingml/2006/main">
              <a:ext uri="{FF2B5EF4-FFF2-40B4-BE49-F238E27FC236}">
                <a16:creationId xmlns:a16="http://schemas.microsoft.com/office/drawing/2014/main" id="{7FD1F83F-9FE0-4A7F-8653-9C6D5F382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0764" y="1319022"/>
            <a:ext cx="71755" cy="10"/>
          </a:xfrm>
          <a:custGeom xmlns:a="http://schemas.openxmlformats.org/drawingml/2006/main">
            <a:pathLst>
              <a:path w="71755" h="10">
                <a:moveTo>
                  <a:pt x="0" y="0"/>
                </a:moveTo>
                <a:lnTo>
                  <a:pt x="717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341" name="element_0341_line">
            <a:extLst xmlns:a="http://schemas.openxmlformats.org/drawingml/2006/main">
              <a:ext uri="{FF2B5EF4-FFF2-40B4-BE49-F238E27FC236}">
                <a16:creationId xmlns:a16="http://schemas.microsoft.com/office/drawing/2014/main" id="{27524452-9E15-44FD-9DB9-07BD94421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705" y="1283208"/>
            <a:ext cx="10" cy="71755"/>
          </a:xfrm>
          <a:custGeom xmlns:a="http://schemas.openxmlformats.org/drawingml/2006/main">
            <a:pathLst>
              <a:path w="10" h="71755">
                <a:moveTo>
                  <a:pt x="0" y="717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342" name="element_0342_line">
            <a:extLst xmlns:a="http://schemas.openxmlformats.org/drawingml/2006/main">
              <a:ext uri="{FF2B5EF4-FFF2-40B4-BE49-F238E27FC236}">
                <a16:creationId xmlns:a16="http://schemas.microsoft.com/office/drawing/2014/main" id="{41E66C62-7AAC-415A-A268-1B1A141BB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2862" y="1319022"/>
            <a:ext cx="71755" cy="10"/>
          </a:xfrm>
          <a:custGeom xmlns:a="http://schemas.openxmlformats.org/drawingml/2006/main">
            <a:pathLst>
              <a:path w="71755" h="10">
                <a:moveTo>
                  <a:pt x="0" y="0"/>
                </a:moveTo>
                <a:lnTo>
                  <a:pt x="717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343" name="element_0343_line">
            <a:extLst xmlns:a="http://schemas.openxmlformats.org/drawingml/2006/main">
              <a:ext uri="{FF2B5EF4-FFF2-40B4-BE49-F238E27FC236}">
                <a16:creationId xmlns:a16="http://schemas.microsoft.com/office/drawing/2014/main" id="{134433CE-40BA-4C13-93EA-5C9828366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8803" y="1283208"/>
            <a:ext cx="10" cy="71755"/>
          </a:xfrm>
          <a:custGeom xmlns:a="http://schemas.openxmlformats.org/drawingml/2006/main">
            <a:pathLst>
              <a:path w="10" h="71755">
                <a:moveTo>
                  <a:pt x="0" y="717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344" name="element_0344_line">
            <a:extLst xmlns:a="http://schemas.openxmlformats.org/drawingml/2006/main">
              <a:ext uri="{FF2B5EF4-FFF2-40B4-BE49-F238E27FC236}">
                <a16:creationId xmlns:a16="http://schemas.microsoft.com/office/drawing/2014/main" id="{18F248B5-1879-4F25-8D90-74BEAC5F9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6103" y="1326388"/>
            <a:ext cx="71628" cy="10"/>
          </a:xfrm>
          <a:custGeom xmlns:a="http://schemas.openxmlformats.org/drawingml/2006/main">
            <a:pathLst>
              <a:path w="71628" h="10">
                <a:moveTo>
                  <a:pt x="0" y="0"/>
                </a:moveTo>
                <a:lnTo>
                  <a:pt x="71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345" name="element_0345_line">
            <a:extLst xmlns:a="http://schemas.openxmlformats.org/drawingml/2006/main">
              <a:ext uri="{FF2B5EF4-FFF2-40B4-BE49-F238E27FC236}">
                <a16:creationId xmlns:a16="http://schemas.microsoft.com/office/drawing/2014/main" id="{8F422087-FC9A-4624-A7C1-7A5ECA591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1917" y="1290574"/>
            <a:ext cx="10" cy="71755"/>
          </a:xfrm>
          <a:custGeom xmlns:a="http://schemas.openxmlformats.org/drawingml/2006/main">
            <a:pathLst>
              <a:path w="10" h="71755">
                <a:moveTo>
                  <a:pt x="0" y="717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346" name="element_0346_line">
            <a:extLst xmlns:a="http://schemas.openxmlformats.org/drawingml/2006/main">
              <a:ext uri="{FF2B5EF4-FFF2-40B4-BE49-F238E27FC236}">
                <a16:creationId xmlns:a16="http://schemas.microsoft.com/office/drawing/2014/main" id="{C1E41787-C948-43F3-9BB1-EB161644D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4330" y="1326388"/>
            <a:ext cx="71755" cy="10"/>
          </a:xfrm>
          <a:custGeom xmlns:a="http://schemas.openxmlformats.org/drawingml/2006/main">
            <a:pathLst>
              <a:path w="71755" h="10">
                <a:moveTo>
                  <a:pt x="0" y="0"/>
                </a:moveTo>
                <a:lnTo>
                  <a:pt x="717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347" name="element_0347_line">
            <a:extLst xmlns:a="http://schemas.openxmlformats.org/drawingml/2006/main">
              <a:ext uri="{FF2B5EF4-FFF2-40B4-BE49-F238E27FC236}">
                <a16:creationId xmlns:a16="http://schemas.microsoft.com/office/drawing/2014/main" id="{B62FFDED-051F-4CFA-B9EE-3ADF821C3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0144" y="1290574"/>
            <a:ext cx="10" cy="71755"/>
          </a:xfrm>
          <a:custGeom xmlns:a="http://schemas.openxmlformats.org/drawingml/2006/main">
            <a:pathLst>
              <a:path w="10" h="71755">
                <a:moveTo>
                  <a:pt x="0" y="717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348" name="element_0348_line">
            <a:extLst xmlns:a="http://schemas.openxmlformats.org/drawingml/2006/main">
              <a:ext uri="{FF2B5EF4-FFF2-40B4-BE49-F238E27FC236}">
                <a16:creationId xmlns:a16="http://schemas.microsoft.com/office/drawing/2014/main" id="{BDDE6C1C-75A0-4CB2-9FC6-B4CC73067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0299" y="1333881"/>
            <a:ext cx="71755" cy="10"/>
          </a:xfrm>
          <a:custGeom xmlns:a="http://schemas.openxmlformats.org/drawingml/2006/main">
            <a:pathLst>
              <a:path w="71755" h="10">
                <a:moveTo>
                  <a:pt x="0" y="0"/>
                </a:moveTo>
                <a:lnTo>
                  <a:pt x="717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349" name="element_0349_line">
            <a:extLst xmlns:a="http://schemas.openxmlformats.org/drawingml/2006/main">
              <a:ext uri="{FF2B5EF4-FFF2-40B4-BE49-F238E27FC236}">
                <a16:creationId xmlns:a16="http://schemas.microsoft.com/office/drawing/2014/main" id="{3640E8F8-BA72-4EAB-A414-8334C69E1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6240" y="1298067"/>
            <a:ext cx="10" cy="71628"/>
          </a:xfrm>
          <a:custGeom xmlns:a="http://schemas.openxmlformats.org/drawingml/2006/main">
            <a:pathLst>
              <a:path w="10" h="71628">
                <a:moveTo>
                  <a:pt x="0" y="7162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350" name="element_0350_line">
            <a:extLst xmlns:a="http://schemas.openxmlformats.org/drawingml/2006/main">
              <a:ext uri="{FF2B5EF4-FFF2-40B4-BE49-F238E27FC236}">
                <a16:creationId xmlns:a16="http://schemas.microsoft.com/office/drawing/2014/main" id="{2BA10FDB-0251-49EC-B694-D7883BDDF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2872" y="1333881"/>
            <a:ext cx="71755" cy="10"/>
          </a:xfrm>
          <a:custGeom xmlns:a="http://schemas.openxmlformats.org/drawingml/2006/main">
            <a:pathLst>
              <a:path w="71755" h="10">
                <a:moveTo>
                  <a:pt x="0" y="0"/>
                </a:moveTo>
                <a:lnTo>
                  <a:pt x="717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351" name="element_0351_line">
            <a:extLst xmlns:a="http://schemas.openxmlformats.org/drawingml/2006/main">
              <a:ext uri="{FF2B5EF4-FFF2-40B4-BE49-F238E27FC236}">
                <a16:creationId xmlns:a16="http://schemas.microsoft.com/office/drawing/2014/main" id="{0D3B0516-86BD-4C2C-8A93-0C83B4E79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8813" y="1298067"/>
            <a:ext cx="10" cy="71628"/>
          </a:xfrm>
          <a:custGeom xmlns:a="http://schemas.openxmlformats.org/drawingml/2006/main">
            <a:pathLst>
              <a:path w="10" h="71628">
                <a:moveTo>
                  <a:pt x="0" y="7162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352" name="element_0352_line">
            <a:extLst xmlns:a="http://schemas.openxmlformats.org/drawingml/2006/main">
              <a:ext uri="{FF2B5EF4-FFF2-40B4-BE49-F238E27FC236}">
                <a16:creationId xmlns:a16="http://schemas.microsoft.com/office/drawing/2014/main" id="{5744E2E7-1A5B-4CC0-B7BC-CE9493107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3921" y="1333881"/>
            <a:ext cx="71755" cy="10"/>
          </a:xfrm>
          <a:custGeom xmlns:a="http://schemas.openxmlformats.org/drawingml/2006/main">
            <a:pathLst>
              <a:path w="71755" h="10">
                <a:moveTo>
                  <a:pt x="0" y="0"/>
                </a:moveTo>
                <a:lnTo>
                  <a:pt x="717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353" name="element_0353_line">
            <a:extLst xmlns:a="http://schemas.openxmlformats.org/drawingml/2006/main">
              <a:ext uri="{FF2B5EF4-FFF2-40B4-BE49-F238E27FC236}">
                <a16:creationId xmlns:a16="http://schemas.microsoft.com/office/drawing/2014/main" id="{AB884422-4999-4677-B144-BDB79762B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9862" y="1298067"/>
            <a:ext cx="10" cy="71628"/>
          </a:xfrm>
          <a:custGeom xmlns:a="http://schemas.openxmlformats.org/drawingml/2006/main">
            <a:pathLst>
              <a:path w="10" h="71628">
                <a:moveTo>
                  <a:pt x="0" y="7162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354" name="element_0354_line">
            <a:extLst xmlns:a="http://schemas.openxmlformats.org/drawingml/2006/main">
              <a:ext uri="{FF2B5EF4-FFF2-40B4-BE49-F238E27FC236}">
                <a16:creationId xmlns:a16="http://schemas.microsoft.com/office/drawing/2014/main" id="{A5094B51-3CFB-4B51-9C82-123A9AD6B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8493" y="1333881"/>
            <a:ext cx="71755" cy="10"/>
          </a:xfrm>
          <a:custGeom xmlns:a="http://schemas.openxmlformats.org/drawingml/2006/main">
            <a:pathLst>
              <a:path w="71755" h="10">
                <a:moveTo>
                  <a:pt x="0" y="0"/>
                </a:moveTo>
                <a:lnTo>
                  <a:pt x="717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355" name="element_0355_line">
            <a:extLst xmlns:a="http://schemas.openxmlformats.org/drawingml/2006/main">
              <a:ext uri="{FF2B5EF4-FFF2-40B4-BE49-F238E27FC236}">
                <a16:creationId xmlns:a16="http://schemas.microsoft.com/office/drawing/2014/main" id="{2285543F-8C94-4D77-B2A4-0F68430EA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4307" y="1298067"/>
            <a:ext cx="10" cy="71628"/>
          </a:xfrm>
          <a:custGeom xmlns:a="http://schemas.openxmlformats.org/drawingml/2006/main">
            <a:pathLst>
              <a:path w="10" h="71628">
                <a:moveTo>
                  <a:pt x="0" y="7162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356" name="element_0356_line">
            <a:extLst xmlns:a="http://schemas.openxmlformats.org/drawingml/2006/main">
              <a:ext uri="{FF2B5EF4-FFF2-40B4-BE49-F238E27FC236}">
                <a16:creationId xmlns:a16="http://schemas.microsoft.com/office/drawing/2014/main" id="{D7E5C54E-B02C-4230-897C-14D8CEA5F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2082" y="1341628"/>
            <a:ext cx="71755" cy="10"/>
          </a:xfrm>
          <a:custGeom xmlns:a="http://schemas.openxmlformats.org/drawingml/2006/main">
            <a:pathLst>
              <a:path w="71755" h="10">
                <a:moveTo>
                  <a:pt x="0" y="0"/>
                </a:moveTo>
                <a:lnTo>
                  <a:pt x="717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357" name="element_0357_line">
            <a:extLst xmlns:a="http://schemas.openxmlformats.org/drawingml/2006/main">
              <a:ext uri="{FF2B5EF4-FFF2-40B4-BE49-F238E27FC236}">
                <a16:creationId xmlns:a16="http://schemas.microsoft.com/office/drawing/2014/main" id="{140C4A3A-9F9D-4387-A30A-94F74A600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7896" y="1305687"/>
            <a:ext cx="10" cy="71755"/>
          </a:xfrm>
          <a:custGeom xmlns:a="http://schemas.openxmlformats.org/drawingml/2006/main">
            <a:pathLst>
              <a:path w="10" h="71755">
                <a:moveTo>
                  <a:pt x="0" y="717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358" name="element_0358_line">
            <a:extLst xmlns:a="http://schemas.openxmlformats.org/drawingml/2006/main">
              <a:ext uri="{FF2B5EF4-FFF2-40B4-BE49-F238E27FC236}">
                <a16:creationId xmlns:a16="http://schemas.microsoft.com/office/drawing/2014/main" id="{AD592471-5B61-448F-8798-366A509C3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098" y="1341628"/>
            <a:ext cx="71755" cy="10"/>
          </a:xfrm>
          <a:custGeom xmlns:a="http://schemas.openxmlformats.org/drawingml/2006/main">
            <a:pathLst>
              <a:path w="71755" h="10">
                <a:moveTo>
                  <a:pt x="0" y="0"/>
                </a:moveTo>
                <a:lnTo>
                  <a:pt x="717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359" name="element_0359_line">
            <a:extLst xmlns:a="http://schemas.openxmlformats.org/drawingml/2006/main">
              <a:ext uri="{FF2B5EF4-FFF2-40B4-BE49-F238E27FC236}">
                <a16:creationId xmlns:a16="http://schemas.microsoft.com/office/drawing/2014/main" id="{0E69B24F-751F-44C9-A949-ADA82DF7E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8912" y="1305687"/>
            <a:ext cx="10" cy="71755"/>
          </a:xfrm>
          <a:custGeom xmlns:a="http://schemas.openxmlformats.org/drawingml/2006/main">
            <a:pathLst>
              <a:path w="10" h="71755">
                <a:moveTo>
                  <a:pt x="0" y="717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360" name="element_0360_line">
            <a:extLst xmlns:a="http://schemas.openxmlformats.org/drawingml/2006/main">
              <a:ext uri="{FF2B5EF4-FFF2-40B4-BE49-F238E27FC236}">
                <a16:creationId xmlns:a16="http://schemas.microsoft.com/office/drawing/2014/main" id="{B0C7CB8B-E4B3-4B23-8FFD-A3D61F091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606" y="1341628"/>
            <a:ext cx="71755" cy="10"/>
          </a:xfrm>
          <a:custGeom xmlns:a="http://schemas.openxmlformats.org/drawingml/2006/main">
            <a:pathLst>
              <a:path w="71755" h="10">
                <a:moveTo>
                  <a:pt x="0" y="0"/>
                </a:moveTo>
                <a:lnTo>
                  <a:pt x="717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361" name="element_0361_line">
            <a:extLst xmlns:a="http://schemas.openxmlformats.org/drawingml/2006/main">
              <a:ext uri="{FF2B5EF4-FFF2-40B4-BE49-F238E27FC236}">
                <a16:creationId xmlns:a16="http://schemas.microsoft.com/office/drawing/2014/main" id="{0991CA6E-7B65-4A3E-B917-D3ED13C4F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9420" y="1305687"/>
            <a:ext cx="10" cy="71755"/>
          </a:xfrm>
          <a:custGeom xmlns:a="http://schemas.openxmlformats.org/drawingml/2006/main">
            <a:pathLst>
              <a:path w="10" h="71755">
                <a:moveTo>
                  <a:pt x="0" y="717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362" name="element_0362_line">
            <a:extLst xmlns:a="http://schemas.openxmlformats.org/drawingml/2006/main">
              <a:ext uri="{FF2B5EF4-FFF2-40B4-BE49-F238E27FC236}">
                <a16:creationId xmlns:a16="http://schemas.microsoft.com/office/drawing/2014/main" id="{30B9B956-850B-486A-ADFB-FF86C80EE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6146" y="1341628"/>
            <a:ext cx="71755" cy="10"/>
          </a:xfrm>
          <a:custGeom xmlns:a="http://schemas.openxmlformats.org/drawingml/2006/main">
            <a:pathLst>
              <a:path w="71755" h="10">
                <a:moveTo>
                  <a:pt x="0" y="0"/>
                </a:moveTo>
                <a:lnTo>
                  <a:pt x="717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363" name="element_0363_line">
            <a:extLst xmlns:a="http://schemas.openxmlformats.org/drawingml/2006/main">
              <a:ext uri="{FF2B5EF4-FFF2-40B4-BE49-F238E27FC236}">
                <a16:creationId xmlns:a16="http://schemas.microsoft.com/office/drawing/2014/main" id="{112C2A37-526A-4F08-963B-B266EFB05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960" y="1305687"/>
            <a:ext cx="10" cy="71755"/>
          </a:xfrm>
          <a:custGeom xmlns:a="http://schemas.openxmlformats.org/drawingml/2006/main">
            <a:pathLst>
              <a:path w="10" h="71755">
                <a:moveTo>
                  <a:pt x="0" y="717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364" name="element_0364_line">
            <a:extLst xmlns:a="http://schemas.openxmlformats.org/drawingml/2006/main">
              <a:ext uri="{FF2B5EF4-FFF2-40B4-BE49-F238E27FC236}">
                <a16:creationId xmlns:a16="http://schemas.microsoft.com/office/drawing/2014/main" id="{BC8F9B2E-C891-49FC-B1CB-88782FF3E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5671" y="1341628"/>
            <a:ext cx="71755" cy="10"/>
          </a:xfrm>
          <a:custGeom xmlns:a="http://schemas.openxmlformats.org/drawingml/2006/main">
            <a:pathLst>
              <a:path w="71755" h="10">
                <a:moveTo>
                  <a:pt x="0" y="0"/>
                </a:moveTo>
                <a:lnTo>
                  <a:pt x="717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365" name="element_0365_line">
            <a:extLst xmlns:a="http://schemas.openxmlformats.org/drawingml/2006/main">
              <a:ext uri="{FF2B5EF4-FFF2-40B4-BE49-F238E27FC236}">
                <a16:creationId xmlns:a16="http://schemas.microsoft.com/office/drawing/2014/main" id="{DE4F9E1E-15DF-48C6-AB89-312909D21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1305687"/>
            <a:ext cx="10" cy="71755"/>
          </a:xfrm>
          <a:custGeom xmlns:a="http://schemas.openxmlformats.org/drawingml/2006/main">
            <a:pathLst>
              <a:path w="10" h="71755">
                <a:moveTo>
                  <a:pt x="0" y="717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366" name="element_0366_line">
            <a:extLst xmlns:a="http://schemas.openxmlformats.org/drawingml/2006/main">
              <a:ext uri="{FF2B5EF4-FFF2-40B4-BE49-F238E27FC236}">
                <a16:creationId xmlns:a16="http://schemas.microsoft.com/office/drawing/2014/main" id="{6A159F4C-4C8A-44DC-BB91-1382E2EDE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2374" y="1349629"/>
            <a:ext cx="71755" cy="10"/>
          </a:xfrm>
          <a:custGeom xmlns:a="http://schemas.openxmlformats.org/drawingml/2006/main">
            <a:pathLst>
              <a:path w="71755" h="10">
                <a:moveTo>
                  <a:pt x="0" y="0"/>
                </a:moveTo>
                <a:lnTo>
                  <a:pt x="717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367" name="element_0367_line">
            <a:extLst xmlns:a="http://schemas.openxmlformats.org/drawingml/2006/main">
              <a:ext uri="{FF2B5EF4-FFF2-40B4-BE49-F238E27FC236}">
                <a16:creationId xmlns:a16="http://schemas.microsoft.com/office/drawing/2014/main" id="{7BC7D38E-C684-4DBE-94BA-73CD4F36A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315" y="1313815"/>
            <a:ext cx="10" cy="71755"/>
          </a:xfrm>
          <a:custGeom xmlns:a="http://schemas.openxmlformats.org/drawingml/2006/main">
            <a:pathLst>
              <a:path w="10" h="71755">
                <a:moveTo>
                  <a:pt x="0" y="717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368" name="element_0368_line">
            <a:extLst xmlns:a="http://schemas.openxmlformats.org/drawingml/2006/main">
              <a:ext uri="{FF2B5EF4-FFF2-40B4-BE49-F238E27FC236}">
                <a16:creationId xmlns:a16="http://schemas.microsoft.com/office/drawing/2014/main" id="{1A3CBA12-5803-4389-A1F9-593AA25CE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1142" y="1366012"/>
            <a:ext cx="71755" cy="10"/>
          </a:xfrm>
          <a:custGeom xmlns:a="http://schemas.openxmlformats.org/drawingml/2006/main">
            <a:pathLst>
              <a:path w="71755" h="10">
                <a:moveTo>
                  <a:pt x="0" y="0"/>
                </a:moveTo>
                <a:lnTo>
                  <a:pt x="717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369" name="element_0369_line">
            <a:extLst xmlns:a="http://schemas.openxmlformats.org/drawingml/2006/main">
              <a:ext uri="{FF2B5EF4-FFF2-40B4-BE49-F238E27FC236}">
                <a16:creationId xmlns:a16="http://schemas.microsoft.com/office/drawing/2014/main" id="{04B66CB1-49C6-4CA8-A5A8-65248F04C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7083" y="1330071"/>
            <a:ext cx="10" cy="71755"/>
          </a:xfrm>
          <a:custGeom xmlns:a="http://schemas.openxmlformats.org/drawingml/2006/main">
            <a:pathLst>
              <a:path w="10" h="71755">
                <a:moveTo>
                  <a:pt x="0" y="717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370" name="element_0370_line">
            <a:extLst xmlns:a="http://schemas.openxmlformats.org/drawingml/2006/main">
              <a:ext uri="{FF2B5EF4-FFF2-40B4-BE49-F238E27FC236}">
                <a16:creationId xmlns:a16="http://schemas.microsoft.com/office/drawing/2014/main" id="{D9E5FFC7-7900-4FE7-99E9-91AA23DEE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6763" y="1374140"/>
            <a:ext cx="71755" cy="10"/>
          </a:xfrm>
          <a:custGeom xmlns:a="http://schemas.openxmlformats.org/drawingml/2006/main">
            <a:pathLst>
              <a:path w="71755" h="10">
                <a:moveTo>
                  <a:pt x="0" y="0"/>
                </a:moveTo>
                <a:lnTo>
                  <a:pt x="717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371" name="element_0371_line">
            <a:extLst xmlns:a="http://schemas.openxmlformats.org/drawingml/2006/main">
              <a:ext uri="{FF2B5EF4-FFF2-40B4-BE49-F238E27FC236}">
                <a16:creationId xmlns:a16="http://schemas.microsoft.com/office/drawing/2014/main" id="{7619E881-B761-4410-9FAF-FF4222A17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2704" y="1338326"/>
            <a:ext cx="10" cy="71755"/>
          </a:xfrm>
          <a:custGeom xmlns:a="http://schemas.openxmlformats.org/drawingml/2006/main">
            <a:pathLst>
              <a:path w="10" h="71755">
                <a:moveTo>
                  <a:pt x="0" y="717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372" name="element_0372_line">
            <a:extLst xmlns:a="http://schemas.openxmlformats.org/drawingml/2006/main">
              <a:ext uri="{FF2B5EF4-FFF2-40B4-BE49-F238E27FC236}">
                <a16:creationId xmlns:a16="http://schemas.microsoft.com/office/drawing/2014/main" id="{4D012388-9DCA-48A6-AAC2-846FE011E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7497" y="1382522"/>
            <a:ext cx="71755" cy="10"/>
          </a:xfrm>
          <a:custGeom xmlns:a="http://schemas.openxmlformats.org/drawingml/2006/main">
            <a:pathLst>
              <a:path w="71755" h="10">
                <a:moveTo>
                  <a:pt x="0" y="0"/>
                </a:moveTo>
                <a:lnTo>
                  <a:pt x="717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373" name="element_0373_line">
            <a:extLst xmlns:a="http://schemas.openxmlformats.org/drawingml/2006/main">
              <a:ext uri="{FF2B5EF4-FFF2-40B4-BE49-F238E27FC236}">
                <a16:creationId xmlns:a16="http://schemas.microsoft.com/office/drawing/2014/main" id="{094960CB-69CA-4353-87AF-14B299EF8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3311" y="1346581"/>
            <a:ext cx="10" cy="71755"/>
          </a:xfrm>
          <a:custGeom xmlns:a="http://schemas.openxmlformats.org/drawingml/2006/main">
            <a:pathLst>
              <a:path w="10" h="71755">
                <a:moveTo>
                  <a:pt x="0" y="717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374" name="element_0374_line">
            <a:extLst xmlns:a="http://schemas.openxmlformats.org/drawingml/2006/main">
              <a:ext uri="{FF2B5EF4-FFF2-40B4-BE49-F238E27FC236}">
                <a16:creationId xmlns:a16="http://schemas.microsoft.com/office/drawing/2014/main" id="{D80D00D1-CE02-4EA2-B218-90AC96011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1561" y="1382522"/>
            <a:ext cx="71628" cy="10"/>
          </a:xfrm>
          <a:custGeom xmlns:a="http://schemas.openxmlformats.org/drawingml/2006/main">
            <a:pathLst>
              <a:path w="71628" h="10">
                <a:moveTo>
                  <a:pt x="0" y="0"/>
                </a:moveTo>
                <a:lnTo>
                  <a:pt x="71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375" name="element_0375_line">
            <a:extLst xmlns:a="http://schemas.openxmlformats.org/drawingml/2006/main">
              <a:ext uri="{FF2B5EF4-FFF2-40B4-BE49-F238E27FC236}">
                <a16:creationId xmlns:a16="http://schemas.microsoft.com/office/drawing/2014/main" id="{C0F1D193-0802-4600-8663-08E467081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7375" y="1346581"/>
            <a:ext cx="10" cy="71755"/>
          </a:xfrm>
          <a:custGeom xmlns:a="http://schemas.openxmlformats.org/drawingml/2006/main">
            <a:pathLst>
              <a:path w="10" h="71755">
                <a:moveTo>
                  <a:pt x="0" y="717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376" name="element_0376_line">
            <a:extLst xmlns:a="http://schemas.openxmlformats.org/drawingml/2006/main">
              <a:ext uri="{FF2B5EF4-FFF2-40B4-BE49-F238E27FC236}">
                <a16:creationId xmlns:a16="http://schemas.microsoft.com/office/drawing/2014/main" id="{F63C9722-58F7-4C7B-8FCF-62C2C33C8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1345" y="1399413"/>
            <a:ext cx="71755" cy="10"/>
          </a:xfrm>
          <a:custGeom xmlns:a="http://schemas.openxmlformats.org/drawingml/2006/main">
            <a:pathLst>
              <a:path w="71755" h="10">
                <a:moveTo>
                  <a:pt x="0" y="0"/>
                </a:moveTo>
                <a:lnTo>
                  <a:pt x="717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377" name="element_0377_line">
            <a:extLst xmlns:a="http://schemas.openxmlformats.org/drawingml/2006/main">
              <a:ext uri="{FF2B5EF4-FFF2-40B4-BE49-F238E27FC236}">
                <a16:creationId xmlns:a16="http://schemas.microsoft.com/office/drawing/2014/main" id="{2DAF9260-2360-4315-8B4E-E0E40669B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7159" y="1363472"/>
            <a:ext cx="10" cy="71755"/>
          </a:xfrm>
          <a:custGeom xmlns:a="http://schemas.openxmlformats.org/drawingml/2006/main">
            <a:pathLst>
              <a:path w="10" h="71755">
                <a:moveTo>
                  <a:pt x="0" y="717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378" name="element_0378_line">
            <a:extLst xmlns:a="http://schemas.openxmlformats.org/drawingml/2006/main">
              <a:ext uri="{FF2B5EF4-FFF2-40B4-BE49-F238E27FC236}">
                <a16:creationId xmlns:a16="http://schemas.microsoft.com/office/drawing/2014/main" id="{34962D41-4394-4418-B29C-FCC3AC71B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0" y="1407922"/>
            <a:ext cx="71755" cy="10"/>
          </a:xfrm>
          <a:custGeom xmlns:a="http://schemas.openxmlformats.org/drawingml/2006/main">
            <a:pathLst>
              <a:path w="71755" h="10">
                <a:moveTo>
                  <a:pt x="0" y="0"/>
                </a:moveTo>
                <a:lnTo>
                  <a:pt x="717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379" name="element_0379_line">
            <a:extLst xmlns:a="http://schemas.openxmlformats.org/drawingml/2006/main">
              <a:ext uri="{FF2B5EF4-FFF2-40B4-BE49-F238E27FC236}">
                <a16:creationId xmlns:a16="http://schemas.microsoft.com/office/drawing/2014/main" id="{D11812FC-98AA-429D-9900-88C49F35A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0941" y="1372108"/>
            <a:ext cx="10" cy="71628"/>
          </a:xfrm>
          <a:custGeom xmlns:a="http://schemas.openxmlformats.org/drawingml/2006/main">
            <a:pathLst>
              <a:path w="10" h="71628">
                <a:moveTo>
                  <a:pt x="0" y="7162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380" name="element_0380_line">
            <a:extLst xmlns:a="http://schemas.openxmlformats.org/drawingml/2006/main">
              <a:ext uri="{FF2B5EF4-FFF2-40B4-BE49-F238E27FC236}">
                <a16:creationId xmlns:a16="http://schemas.microsoft.com/office/drawing/2014/main" id="{A5C32D47-2C17-48AF-B315-25D35CB29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621" y="1407922"/>
            <a:ext cx="71755" cy="10"/>
          </a:xfrm>
          <a:custGeom xmlns:a="http://schemas.openxmlformats.org/drawingml/2006/main">
            <a:pathLst>
              <a:path w="71755" h="10">
                <a:moveTo>
                  <a:pt x="0" y="0"/>
                </a:moveTo>
                <a:lnTo>
                  <a:pt x="717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381" name="element_0381_line">
            <a:extLst xmlns:a="http://schemas.openxmlformats.org/drawingml/2006/main">
              <a:ext uri="{FF2B5EF4-FFF2-40B4-BE49-F238E27FC236}">
                <a16:creationId xmlns:a16="http://schemas.microsoft.com/office/drawing/2014/main" id="{DEBE908F-FFE1-4D1D-A974-44437A52B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6435" y="1372108"/>
            <a:ext cx="10" cy="71628"/>
          </a:xfrm>
          <a:custGeom xmlns:a="http://schemas.openxmlformats.org/drawingml/2006/main">
            <a:pathLst>
              <a:path w="10" h="71628">
                <a:moveTo>
                  <a:pt x="0" y="7162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382" name="element_0382_line">
            <a:extLst xmlns:a="http://schemas.openxmlformats.org/drawingml/2006/main">
              <a:ext uri="{FF2B5EF4-FFF2-40B4-BE49-F238E27FC236}">
                <a16:creationId xmlns:a16="http://schemas.microsoft.com/office/drawing/2014/main" id="{8CF6DBFE-0989-41EA-87A8-F55C88FB1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4177" y="1407922"/>
            <a:ext cx="71755" cy="10"/>
          </a:xfrm>
          <a:custGeom xmlns:a="http://schemas.openxmlformats.org/drawingml/2006/main">
            <a:pathLst>
              <a:path w="71755" h="10">
                <a:moveTo>
                  <a:pt x="0" y="0"/>
                </a:moveTo>
                <a:lnTo>
                  <a:pt x="717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383" name="element_0383_line">
            <a:extLst xmlns:a="http://schemas.openxmlformats.org/drawingml/2006/main">
              <a:ext uri="{FF2B5EF4-FFF2-40B4-BE49-F238E27FC236}">
                <a16:creationId xmlns:a16="http://schemas.microsoft.com/office/drawing/2014/main" id="{2EC4CBDC-F587-4A76-985E-FC189212A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9991" y="1372108"/>
            <a:ext cx="10" cy="71628"/>
          </a:xfrm>
          <a:custGeom xmlns:a="http://schemas.openxmlformats.org/drawingml/2006/main">
            <a:pathLst>
              <a:path w="10" h="71628">
                <a:moveTo>
                  <a:pt x="0" y="7162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384" name="element_0384_line">
            <a:extLst xmlns:a="http://schemas.openxmlformats.org/drawingml/2006/main">
              <a:ext uri="{FF2B5EF4-FFF2-40B4-BE49-F238E27FC236}">
                <a16:creationId xmlns:a16="http://schemas.microsoft.com/office/drawing/2014/main" id="{860D35F4-7F1B-45F7-840F-187940CCB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8622" y="1407922"/>
            <a:ext cx="71755" cy="10"/>
          </a:xfrm>
          <a:custGeom xmlns:a="http://schemas.openxmlformats.org/drawingml/2006/main">
            <a:pathLst>
              <a:path w="71755" h="10">
                <a:moveTo>
                  <a:pt x="0" y="0"/>
                </a:moveTo>
                <a:lnTo>
                  <a:pt x="717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385" name="element_0385_line">
            <a:extLst xmlns:a="http://schemas.openxmlformats.org/drawingml/2006/main">
              <a:ext uri="{FF2B5EF4-FFF2-40B4-BE49-F238E27FC236}">
                <a16:creationId xmlns:a16="http://schemas.microsoft.com/office/drawing/2014/main" id="{3ECD88F3-01BE-436B-93FF-BB800E2B2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4563" y="1372108"/>
            <a:ext cx="10" cy="71628"/>
          </a:xfrm>
          <a:custGeom xmlns:a="http://schemas.openxmlformats.org/drawingml/2006/main">
            <a:pathLst>
              <a:path w="10" h="71628">
                <a:moveTo>
                  <a:pt x="0" y="7162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386" name="element_0386_line">
            <a:extLst xmlns:a="http://schemas.openxmlformats.org/drawingml/2006/main">
              <a:ext uri="{FF2B5EF4-FFF2-40B4-BE49-F238E27FC236}">
                <a16:creationId xmlns:a16="http://schemas.microsoft.com/office/drawing/2014/main" id="{E9303F33-4DF9-4588-B859-A79A3B54C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654" y="1407922"/>
            <a:ext cx="71755" cy="10"/>
          </a:xfrm>
          <a:custGeom xmlns:a="http://schemas.openxmlformats.org/drawingml/2006/main">
            <a:pathLst>
              <a:path w="71755" h="10">
                <a:moveTo>
                  <a:pt x="0" y="0"/>
                </a:moveTo>
                <a:lnTo>
                  <a:pt x="717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387" name="element_0387_line">
            <a:extLst xmlns:a="http://schemas.openxmlformats.org/drawingml/2006/main">
              <a:ext uri="{FF2B5EF4-FFF2-40B4-BE49-F238E27FC236}">
                <a16:creationId xmlns:a16="http://schemas.microsoft.com/office/drawing/2014/main" id="{DA0781BD-B7A0-4BAC-A4D8-B51378832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6595" y="1372108"/>
            <a:ext cx="10" cy="71628"/>
          </a:xfrm>
          <a:custGeom xmlns:a="http://schemas.openxmlformats.org/drawingml/2006/main">
            <a:pathLst>
              <a:path w="10" h="71628">
                <a:moveTo>
                  <a:pt x="0" y="7162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388" name="element_0388_line">
            <a:extLst xmlns:a="http://schemas.openxmlformats.org/drawingml/2006/main">
              <a:ext uri="{FF2B5EF4-FFF2-40B4-BE49-F238E27FC236}">
                <a16:creationId xmlns:a16="http://schemas.microsoft.com/office/drawing/2014/main" id="{8E35EED0-ECB5-466A-A812-767F5E5CF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6750" y="1407922"/>
            <a:ext cx="71755" cy="10"/>
          </a:xfrm>
          <a:custGeom xmlns:a="http://schemas.openxmlformats.org/drawingml/2006/main">
            <a:pathLst>
              <a:path w="71755" h="10">
                <a:moveTo>
                  <a:pt x="0" y="0"/>
                </a:moveTo>
                <a:lnTo>
                  <a:pt x="717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389" name="element_0389_line">
            <a:extLst xmlns:a="http://schemas.openxmlformats.org/drawingml/2006/main">
              <a:ext uri="{FF2B5EF4-FFF2-40B4-BE49-F238E27FC236}">
                <a16:creationId xmlns:a16="http://schemas.microsoft.com/office/drawing/2014/main" id="{9932E878-5B9B-4459-80E6-566A2C94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2564" y="1372108"/>
            <a:ext cx="10" cy="71628"/>
          </a:xfrm>
          <a:custGeom xmlns:a="http://schemas.openxmlformats.org/drawingml/2006/main">
            <a:pathLst>
              <a:path w="10" h="71628">
                <a:moveTo>
                  <a:pt x="0" y="7162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390" name="element_0390_line">
            <a:extLst xmlns:a="http://schemas.openxmlformats.org/drawingml/2006/main">
              <a:ext uri="{FF2B5EF4-FFF2-40B4-BE49-F238E27FC236}">
                <a16:creationId xmlns:a16="http://schemas.microsoft.com/office/drawing/2014/main" id="{1F7AA7E2-DF92-4759-9F5E-9CCE306CA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3260" y="1407922"/>
            <a:ext cx="71755" cy="10"/>
          </a:xfrm>
          <a:custGeom xmlns:a="http://schemas.openxmlformats.org/drawingml/2006/main">
            <a:pathLst>
              <a:path w="71755" h="10">
                <a:moveTo>
                  <a:pt x="0" y="0"/>
                </a:moveTo>
                <a:lnTo>
                  <a:pt x="717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391" name="element_0391_line">
            <a:extLst xmlns:a="http://schemas.openxmlformats.org/drawingml/2006/main">
              <a:ext uri="{FF2B5EF4-FFF2-40B4-BE49-F238E27FC236}">
                <a16:creationId xmlns:a16="http://schemas.microsoft.com/office/drawing/2014/main" id="{A20BE1B8-322F-4CDD-B34B-4AAFDCAD3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9201" y="1372108"/>
            <a:ext cx="10" cy="71628"/>
          </a:xfrm>
          <a:custGeom xmlns:a="http://schemas.openxmlformats.org/drawingml/2006/main">
            <a:pathLst>
              <a:path w="10" h="71628">
                <a:moveTo>
                  <a:pt x="0" y="7162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392" name="element_0392_line">
            <a:extLst xmlns:a="http://schemas.openxmlformats.org/drawingml/2006/main">
              <a:ext uri="{FF2B5EF4-FFF2-40B4-BE49-F238E27FC236}">
                <a16:creationId xmlns:a16="http://schemas.microsoft.com/office/drawing/2014/main" id="{D0766BD7-4339-4133-883C-DDE319883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3768" y="1407922"/>
            <a:ext cx="71755" cy="10"/>
          </a:xfrm>
          <a:custGeom xmlns:a="http://schemas.openxmlformats.org/drawingml/2006/main">
            <a:pathLst>
              <a:path w="71755" h="10">
                <a:moveTo>
                  <a:pt x="0" y="0"/>
                </a:moveTo>
                <a:lnTo>
                  <a:pt x="717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393" name="element_0393_line">
            <a:extLst xmlns:a="http://schemas.openxmlformats.org/drawingml/2006/main">
              <a:ext uri="{FF2B5EF4-FFF2-40B4-BE49-F238E27FC236}">
                <a16:creationId xmlns:a16="http://schemas.microsoft.com/office/drawing/2014/main" id="{A13776C0-A6C4-44F1-B244-26D35111D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9709" y="1372108"/>
            <a:ext cx="10" cy="71628"/>
          </a:xfrm>
          <a:custGeom xmlns:a="http://schemas.openxmlformats.org/drawingml/2006/main">
            <a:pathLst>
              <a:path w="10" h="71628">
                <a:moveTo>
                  <a:pt x="0" y="7162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394" name="element_0394_line">
            <a:extLst xmlns:a="http://schemas.openxmlformats.org/drawingml/2006/main">
              <a:ext uri="{FF2B5EF4-FFF2-40B4-BE49-F238E27FC236}">
                <a16:creationId xmlns:a16="http://schemas.microsoft.com/office/drawing/2014/main" id="{69167B48-57CC-4973-8293-7538390D7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0697" y="1435608"/>
            <a:ext cx="71755" cy="10"/>
          </a:xfrm>
          <a:custGeom xmlns:a="http://schemas.openxmlformats.org/drawingml/2006/main">
            <a:pathLst>
              <a:path w="71755" h="10">
                <a:moveTo>
                  <a:pt x="0" y="0"/>
                </a:moveTo>
                <a:lnTo>
                  <a:pt x="717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395" name="element_0395_line">
            <a:extLst xmlns:a="http://schemas.openxmlformats.org/drawingml/2006/main">
              <a:ext uri="{FF2B5EF4-FFF2-40B4-BE49-F238E27FC236}">
                <a16:creationId xmlns:a16="http://schemas.microsoft.com/office/drawing/2014/main" id="{E4CEE817-5D37-4D46-BA05-0A23EBD83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6638" y="1399794"/>
            <a:ext cx="10" cy="71755"/>
          </a:xfrm>
          <a:custGeom xmlns:a="http://schemas.openxmlformats.org/drawingml/2006/main">
            <a:pathLst>
              <a:path w="10" h="71755">
                <a:moveTo>
                  <a:pt x="0" y="717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396" name="element_0396_line">
            <a:extLst xmlns:a="http://schemas.openxmlformats.org/drawingml/2006/main">
              <a:ext uri="{FF2B5EF4-FFF2-40B4-BE49-F238E27FC236}">
                <a16:creationId xmlns:a16="http://schemas.microsoft.com/office/drawing/2014/main" id="{1BDAABA1-B9E2-41ED-A0A5-C2C3FDF54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827" y="1445006"/>
            <a:ext cx="71755" cy="10"/>
          </a:xfrm>
          <a:custGeom xmlns:a="http://schemas.openxmlformats.org/drawingml/2006/main">
            <a:pathLst>
              <a:path w="71755" h="10">
                <a:moveTo>
                  <a:pt x="0" y="0"/>
                </a:moveTo>
                <a:lnTo>
                  <a:pt x="717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397" name="element_0397_line">
            <a:extLst xmlns:a="http://schemas.openxmlformats.org/drawingml/2006/main">
              <a:ext uri="{FF2B5EF4-FFF2-40B4-BE49-F238E27FC236}">
                <a16:creationId xmlns:a16="http://schemas.microsoft.com/office/drawing/2014/main" id="{9D613393-34F0-418E-92AD-583B19CD2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0768" y="1409065"/>
            <a:ext cx="10" cy="71755"/>
          </a:xfrm>
          <a:custGeom xmlns:a="http://schemas.openxmlformats.org/drawingml/2006/main">
            <a:pathLst>
              <a:path w="10" h="71755">
                <a:moveTo>
                  <a:pt x="0" y="717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398" name="element_0398_line">
            <a:extLst xmlns:a="http://schemas.openxmlformats.org/drawingml/2006/main">
              <a:ext uri="{FF2B5EF4-FFF2-40B4-BE49-F238E27FC236}">
                <a16:creationId xmlns:a16="http://schemas.microsoft.com/office/drawing/2014/main" id="{9D01ECA6-1F31-4ACA-B1FE-5253A8DFB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0923" y="1445006"/>
            <a:ext cx="71755" cy="10"/>
          </a:xfrm>
          <a:custGeom xmlns:a="http://schemas.openxmlformats.org/drawingml/2006/main">
            <a:pathLst>
              <a:path w="71755" h="10">
                <a:moveTo>
                  <a:pt x="0" y="0"/>
                </a:moveTo>
                <a:lnTo>
                  <a:pt x="717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399" name="element_0399_line">
            <a:extLst xmlns:a="http://schemas.openxmlformats.org/drawingml/2006/main">
              <a:ext uri="{FF2B5EF4-FFF2-40B4-BE49-F238E27FC236}">
                <a16:creationId xmlns:a16="http://schemas.microsoft.com/office/drawing/2014/main" id="{DF3A9904-8562-40E3-9E02-289A8DB65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6737" y="1409065"/>
            <a:ext cx="10" cy="71755"/>
          </a:xfrm>
          <a:custGeom xmlns:a="http://schemas.openxmlformats.org/drawingml/2006/main">
            <a:pathLst>
              <a:path w="10" h="71755">
                <a:moveTo>
                  <a:pt x="0" y="717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400" name="element_0400_line">
            <a:extLst xmlns:a="http://schemas.openxmlformats.org/drawingml/2006/main">
              <a:ext uri="{FF2B5EF4-FFF2-40B4-BE49-F238E27FC236}">
                <a16:creationId xmlns:a16="http://schemas.microsoft.com/office/drawing/2014/main" id="{5F18B468-D471-413F-B8E3-11B9E9FA5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2739" y="1454531"/>
            <a:ext cx="71755" cy="10"/>
          </a:xfrm>
          <a:custGeom xmlns:a="http://schemas.openxmlformats.org/drawingml/2006/main">
            <a:pathLst>
              <a:path w="71755" h="10">
                <a:moveTo>
                  <a:pt x="0" y="0"/>
                </a:moveTo>
                <a:lnTo>
                  <a:pt x="717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401" name="element_0401_line">
            <a:extLst xmlns:a="http://schemas.openxmlformats.org/drawingml/2006/main">
              <a:ext uri="{FF2B5EF4-FFF2-40B4-BE49-F238E27FC236}">
                <a16:creationId xmlns:a16="http://schemas.microsoft.com/office/drawing/2014/main" id="{993FAC93-E66C-43B0-82EB-BC890EF7E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8553" y="1418590"/>
            <a:ext cx="10" cy="71755"/>
          </a:xfrm>
          <a:custGeom xmlns:a="http://schemas.openxmlformats.org/drawingml/2006/main">
            <a:pathLst>
              <a:path w="10" h="71755">
                <a:moveTo>
                  <a:pt x="0" y="717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402" name="element_0402_line">
            <a:extLst xmlns:a="http://schemas.openxmlformats.org/drawingml/2006/main">
              <a:ext uri="{FF2B5EF4-FFF2-40B4-BE49-F238E27FC236}">
                <a16:creationId xmlns:a16="http://schemas.microsoft.com/office/drawing/2014/main" id="{B4201519-2B42-43A3-B56A-BFAEAD671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7344" y="1454531"/>
            <a:ext cx="71755" cy="10"/>
          </a:xfrm>
          <a:custGeom xmlns:a="http://schemas.openxmlformats.org/drawingml/2006/main">
            <a:pathLst>
              <a:path w="71755" h="10">
                <a:moveTo>
                  <a:pt x="0" y="0"/>
                </a:moveTo>
                <a:lnTo>
                  <a:pt x="717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403" name="element_0403_line">
            <a:extLst xmlns:a="http://schemas.openxmlformats.org/drawingml/2006/main">
              <a:ext uri="{FF2B5EF4-FFF2-40B4-BE49-F238E27FC236}">
                <a16:creationId xmlns:a16="http://schemas.microsoft.com/office/drawing/2014/main" id="{3B7DAAE5-F2A4-4759-82D3-7CCAA4285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3158" y="1418590"/>
            <a:ext cx="10" cy="71755"/>
          </a:xfrm>
          <a:custGeom xmlns:a="http://schemas.openxmlformats.org/drawingml/2006/main">
            <a:pathLst>
              <a:path w="10" h="71755">
                <a:moveTo>
                  <a:pt x="0" y="717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404" name="element_0404_line">
            <a:extLst xmlns:a="http://schemas.openxmlformats.org/drawingml/2006/main">
              <a:ext uri="{FF2B5EF4-FFF2-40B4-BE49-F238E27FC236}">
                <a16:creationId xmlns:a16="http://schemas.microsoft.com/office/drawing/2014/main" id="{24D5629D-B375-4507-80C3-AC1C3A7D3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1474" y="1454531"/>
            <a:ext cx="71755" cy="10"/>
          </a:xfrm>
          <a:custGeom xmlns:a="http://schemas.openxmlformats.org/drawingml/2006/main">
            <a:pathLst>
              <a:path w="71755" h="10">
                <a:moveTo>
                  <a:pt x="0" y="0"/>
                </a:moveTo>
                <a:lnTo>
                  <a:pt x="717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405" name="element_0405_line">
            <a:extLst xmlns:a="http://schemas.openxmlformats.org/drawingml/2006/main">
              <a:ext uri="{FF2B5EF4-FFF2-40B4-BE49-F238E27FC236}">
                <a16:creationId xmlns:a16="http://schemas.microsoft.com/office/drawing/2014/main" id="{0BA63ACB-A489-49A0-9372-3029BC87B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7288" y="1418590"/>
            <a:ext cx="10" cy="71755"/>
          </a:xfrm>
          <a:custGeom xmlns:a="http://schemas.openxmlformats.org/drawingml/2006/main">
            <a:pathLst>
              <a:path w="10" h="71755">
                <a:moveTo>
                  <a:pt x="0" y="717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406" name="element_0406_line">
            <a:extLst xmlns:a="http://schemas.openxmlformats.org/drawingml/2006/main">
              <a:ext uri="{FF2B5EF4-FFF2-40B4-BE49-F238E27FC236}">
                <a16:creationId xmlns:a16="http://schemas.microsoft.com/office/drawing/2014/main" id="{E9AF55AA-D49D-4310-AC77-DAA6E9CB1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2490" y="1454531"/>
            <a:ext cx="71755" cy="10"/>
          </a:xfrm>
          <a:custGeom xmlns:a="http://schemas.openxmlformats.org/drawingml/2006/main">
            <a:pathLst>
              <a:path w="71755" h="10">
                <a:moveTo>
                  <a:pt x="0" y="0"/>
                </a:moveTo>
                <a:lnTo>
                  <a:pt x="717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407" name="element_0407_line">
            <a:extLst xmlns:a="http://schemas.openxmlformats.org/drawingml/2006/main">
              <a:ext uri="{FF2B5EF4-FFF2-40B4-BE49-F238E27FC236}">
                <a16:creationId xmlns:a16="http://schemas.microsoft.com/office/drawing/2014/main" id="{9D54C623-D8AB-462B-8793-1D80D4079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304" y="1418590"/>
            <a:ext cx="10" cy="71755"/>
          </a:xfrm>
          <a:custGeom xmlns:a="http://schemas.openxmlformats.org/drawingml/2006/main">
            <a:pathLst>
              <a:path w="10" h="71755">
                <a:moveTo>
                  <a:pt x="0" y="717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408" name="element_0408_line">
            <a:extLst xmlns:a="http://schemas.openxmlformats.org/drawingml/2006/main">
              <a:ext uri="{FF2B5EF4-FFF2-40B4-BE49-F238E27FC236}">
                <a16:creationId xmlns:a16="http://schemas.microsoft.com/office/drawing/2014/main" id="{BC946EE8-5B8E-4F35-99DC-ABC094088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5030" y="1454531"/>
            <a:ext cx="71755" cy="10"/>
          </a:xfrm>
          <a:custGeom xmlns:a="http://schemas.openxmlformats.org/drawingml/2006/main">
            <a:pathLst>
              <a:path w="71755" h="10">
                <a:moveTo>
                  <a:pt x="0" y="0"/>
                </a:moveTo>
                <a:lnTo>
                  <a:pt x="717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409" name="element_0409_line">
            <a:extLst xmlns:a="http://schemas.openxmlformats.org/drawingml/2006/main">
              <a:ext uri="{FF2B5EF4-FFF2-40B4-BE49-F238E27FC236}">
                <a16:creationId xmlns:a16="http://schemas.microsoft.com/office/drawing/2014/main" id="{5F1B8BD2-A46F-49A4-B480-028FBCB76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0844" y="1418590"/>
            <a:ext cx="10" cy="71755"/>
          </a:xfrm>
          <a:custGeom xmlns:a="http://schemas.openxmlformats.org/drawingml/2006/main">
            <a:pathLst>
              <a:path w="10" h="71755">
                <a:moveTo>
                  <a:pt x="0" y="717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410" name="element_0410_line">
            <a:extLst xmlns:a="http://schemas.openxmlformats.org/drawingml/2006/main">
              <a:ext uri="{FF2B5EF4-FFF2-40B4-BE49-F238E27FC236}">
                <a16:creationId xmlns:a16="http://schemas.microsoft.com/office/drawing/2014/main" id="{2F0487E2-407B-492C-88DE-17B7E09EB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4113" y="1454531"/>
            <a:ext cx="71755" cy="10"/>
          </a:xfrm>
          <a:custGeom xmlns:a="http://schemas.openxmlformats.org/drawingml/2006/main">
            <a:pathLst>
              <a:path w="71755" h="10">
                <a:moveTo>
                  <a:pt x="0" y="0"/>
                </a:moveTo>
                <a:lnTo>
                  <a:pt x="717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411" name="element_0411_line">
            <a:extLst xmlns:a="http://schemas.openxmlformats.org/drawingml/2006/main">
              <a:ext uri="{FF2B5EF4-FFF2-40B4-BE49-F238E27FC236}">
                <a16:creationId xmlns:a16="http://schemas.microsoft.com/office/drawing/2014/main" id="{71D8D804-3BB1-45FD-A5A7-CC2267DCB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0054" y="1418590"/>
            <a:ext cx="10" cy="71755"/>
          </a:xfrm>
          <a:custGeom xmlns:a="http://schemas.openxmlformats.org/drawingml/2006/main">
            <a:pathLst>
              <a:path w="10" h="71755">
                <a:moveTo>
                  <a:pt x="0" y="717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412" name="element_0412_line">
            <a:extLst xmlns:a="http://schemas.openxmlformats.org/drawingml/2006/main">
              <a:ext uri="{FF2B5EF4-FFF2-40B4-BE49-F238E27FC236}">
                <a16:creationId xmlns:a16="http://schemas.microsoft.com/office/drawing/2014/main" id="{F6A2F8F4-2FB8-4CF9-A972-A3DF984FB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3257" y="1464691"/>
            <a:ext cx="71755" cy="10"/>
          </a:xfrm>
          <a:custGeom xmlns:a="http://schemas.openxmlformats.org/drawingml/2006/main">
            <a:pathLst>
              <a:path w="71755" h="10">
                <a:moveTo>
                  <a:pt x="0" y="0"/>
                </a:moveTo>
                <a:lnTo>
                  <a:pt x="717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413" name="element_0413_line">
            <a:extLst xmlns:a="http://schemas.openxmlformats.org/drawingml/2006/main">
              <a:ext uri="{FF2B5EF4-FFF2-40B4-BE49-F238E27FC236}">
                <a16:creationId xmlns:a16="http://schemas.microsoft.com/office/drawing/2014/main" id="{EA24C167-E7DA-4100-AA56-208A43A91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9071" y="1428877"/>
            <a:ext cx="10" cy="71755"/>
          </a:xfrm>
          <a:custGeom xmlns:a="http://schemas.openxmlformats.org/drawingml/2006/main">
            <a:pathLst>
              <a:path w="10" h="71755">
                <a:moveTo>
                  <a:pt x="0" y="717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414" name="element_0414_line">
            <a:extLst xmlns:a="http://schemas.openxmlformats.org/drawingml/2006/main">
              <a:ext uri="{FF2B5EF4-FFF2-40B4-BE49-F238E27FC236}">
                <a16:creationId xmlns:a16="http://schemas.microsoft.com/office/drawing/2014/main" id="{85D094D6-3278-4BDE-B6D3-C1C5742DD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6305" y="1464691"/>
            <a:ext cx="71628" cy="10"/>
          </a:xfrm>
          <a:custGeom xmlns:a="http://schemas.openxmlformats.org/drawingml/2006/main">
            <a:pathLst>
              <a:path w="71628" h="10">
                <a:moveTo>
                  <a:pt x="0" y="0"/>
                </a:moveTo>
                <a:lnTo>
                  <a:pt x="71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415" name="element_0415_line">
            <a:extLst xmlns:a="http://schemas.openxmlformats.org/drawingml/2006/main">
              <a:ext uri="{FF2B5EF4-FFF2-40B4-BE49-F238E27FC236}">
                <a16:creationId xmlns:a16="http://schemas.microsoft.com/office/drawing/2014/main" id="{D9189592-E94D-41AD-A6D3-D202F0BD2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2119" y="1428877"/>
            <a:ext cx="10" cy="71755"/>
          </a:xfrm>
          <a:custGeom xmlns:a="http://schemas.openxmlformats.org/drawingml/2006/main">
            <a:pathLst>
              <a:path w="10" h="71755">
                <a:moveTo>
                  <a:pt x="0" y="717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416" name="element_0416_line">
            <a:extLst xmlns:a="http://schemas.openxmlformats.org/drawingml/2006/main">
              <a:ext uri="{FF2B5EF4-FFF2-40B4-BE49-F238E27FC236}">
                <a16:creationId xmlns:a16="http://schemas.microsoft.com/office/drawing/2014/main" id="{A83EC8BB-E455-4C36-A384-737954134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3831" y="1464691"/>
            <a:ext cx="71755" cy="10"/>
          </a:xfrm>
          <a:custGeom xmlns:a="http://schemas.openxmlformats.org/drawingml/2006/main">
            <a:pathLst>
              <a:path w="71755" h="10">
                <a:moveTo>
                  <a:pt x="0" y="0"/>
                </a:moveTo>
                <a:lnTo>
                  <a:pt x="717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417" name="element_0417_line">
            <a:extLst xmlns:a="http://schemas.openxmlformats.org/drawingml/2006/main">
              <a:ext uri="{FF2B5EF4-FFF2-40B4-BE49-F238E27FC236}">
                <a16:creationId xmlns:a16="http://schemas.microsoft.com/office/drawing/2014/main" id="{7B65A8E8-A885-4443-88C7-8FC642A4D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9772" y="1428877"/>
            <a:ext cx="10" cy="71755"/>
          </a:xfrm>
          <a:custGeom xmlns:a="http://schemas.openxmlformats.org/drawingml/2006/main">
            <a:pathLst>
              <a:path w="10" h="71755">
                <a:moveTo>
                  <a:pt x="0" y="717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418" name="element_0418_line">
            <a:extLst xmlns:a="http://schemas.openxmlformats.org/drawingml/2006/main">
              <a:ext uri="{FF2B5EF4-FFF2-40B4-BE49-F238E27FC236}">
                <a16:creationId xmlns:a16="http://schemas.microsoft.com/office/drawing/2014/main" id="{E5E86104-B933-49D4-A198-16F69C4A8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1959" y="1464691"/>
            <a:ext cx="71628" cy="10"/>
          </a:xfrm>
          <a:custGeom xmlns:a="http://schemas.openxmlformats.org/drawingml/2006/main">
            <a:pathLst>
              <a:path w="71628" h="10">
                <a:moveTo>
                  <a:pt x="0" y="0"/>
                </a:moveTo>
                <a:lnTo>
                  <a:pt x="71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419" name="element_0419_line">
            <a:extLst xmlns:a="http://schemas.openxmlformats.org/drawingml/2006/main">
              <a:ext uri="{FF2B5EF4-FFF2-40B4-BE49-F238E27FC236}">
                <a16:creationId xmlns:a16="http://schemas.microsoft.com/office/drawing/2014/main" id="{048F55B5-2A19-44B1-88D3-40E026F55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7773" y="1428877"/>
            <a:ext cx="10" cy="71755"/>
          </a:xfrm>
          <a:custGeom xmlns:a="http://schemas.openxmlformats.org/drawingml/2006/main">
            <a:pathLst>
              <a:path w="10" h="71755">
                <a:moveTo>
                  <a:pt x="0" y="717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420" name="element_0420_line">
            <a:extLst xmlns:a="http://schemas.openxmlformats.org/drawingml/2006/main">
              <a:ext uri="{FF2B5EF4-FFF2-40B4-BE49-F238E27FC236}">
                <a16:creationId xmlns:a16="http://schemas.microsoft.com/office/drawing/2014/main" id="{86D41E4E-EDE4-4F3E-822C-9806A939B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0976" y="1464691"/>
            <a:ext cx="71755" cy="10"/>
          </a:xfrm>
          <a:custGeom xmlns:a="http://schemas.openxmlformats.org/drawingml/2006/main">
            <a:pathLst>
              <a:path w="71755" h="10">
                <a:moveTo>
                  <a:pt x="0" y="0"/>
                </a:moveTo>
                <a:lnTo>
                  <a:pt x="717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421" name="element_0421_line">
            <a:extLst xmlns:a="http://schemas.openxmlformats.org/drawingml/2006/main">
              <a:ext uri="{FF2B5EF4-FFF2-40B4-BE49-F238E27FC236}">
                <a16:creationId xmlns:a16="http://schemas.microsoft.com/office/drawing/2014/main" id="{7D10BD14-98D2-46A0-B5B0-050FF0D9D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6790" y="1428877"/>
            <a:ext cx="10" cy="71755"/>
          </a:xfrm>
          <a:custGeom xmlns:a="http://schemas.openxmlformats.org/drawingml/2006/main">
            <a:pathLst>
              <a:path w="10" h="71755">
                <a:moveTo>
                  <a:pt x="0" y="717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422" name="element_0422_line">
            <a:extLst xmlns:a="http://schemas.openxmlformats.org/drawingml/2006/main">
              <a:ext uri="{FF2B5EF4-FFF2-40B4-BE49-F238E27FC236}">
                <a16:creationId xmlns:a16="http://schemas.microsoft.com/office/drawing/2014/main" id="{5E76E421-AAE5-4C60-B862-A8D724CE5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073" y="1475613"/>
            <a:ext cx="71755" cy="10"/>
          </a:xfrm>
          <a:custGeom xmlns:a="http://schemas.openxmlformats.org/drawingml/2006/main">
            <a:pathLst>
              <a:path w="71755" h="10">
                <a:moveTo>
                  <a:pt x="0" y="0"/>
                </a:moveTo>
                <a:lnTo>
                  <a:pt x="717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423" name="element_0423_line">
            <a:extLst xmlns:a="http://schemas.openxmlformats.org/drawingml/2006/main">
              <a:ext uri="{FF2B5EF4-FFF2-40B4-BE49-F238E27FC236}">
                <a16:creationId xmlns:a16="http://schemas.microsoft.com/office/drawing/2014/main" id="{3890DBED-2C1A-42B7-8850-53524B663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0887" y="1439799"/>
            <a:ext cx="10" cy="71755"/>
          </a:xfrm>
          <a:custGeom xmlns:a="http://schemas.openxmlformats.org/drawingml/2006/main">
            <a:pathLst>
              <a:path w="10" h="71755">
                <a:moveTo>
                  <a:pt x="0" y="717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424" name="element_0424_line">
            <a:extLst xmlns:a="http://schemas.openxmlformats.org/drawingml/2006/main">
              <a:ext uri="{FF2B5EF4-FFF2-40B4-BE49-F238E27FC236}">
                <a16:creationId xmlns:a16="http://schemas.microsoft.com/office/drawing/2014/main" id="{18AEB3D1-E6AC-42FE-89D0-E1A3E78C8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631" y="1475613"/>
            <a:ext cx="71755" cy="10"/>
          </a:xfrm>
          <a:custGeom xmlns:a="http://schemas.openxmlformats.org/drawingml/2006/main">
            <a:pathLst>
              <a:path w="71755" h="10">
                <a:moveTo>
                  <a:pt x="0" y="0"/>
                </a:moveTo>
                <a:lnTo>
                  <a:pt x="717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425" name="element_0425_line">
            <a:extLst xmlns:a="http://schemas.openxmlformats.org/drawingml/2006/main">
              <a:ext uri="{FF2B5EF4-FFF2-40B4-BE49-F238E27FC236}">
                <a16:creationId xmlns:a16="http://schemas.microsoft.com/office/drawing/2014/main" id="{2FFE722A-84B4-49FE-92D1-5D732F9A5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0572" y="1439799"/>
            <a:ext cx="10" cy="71755"/>
          </a:xfrm>
          <a:custGeom xmlns:a="http://schemas.openxmlformats.org/drawingml/2006/main">
            <a:pathLst>
              <a:path w="10" h="71755">
                <a:moveTo>
                  <a:pt x="0" y="717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426" name="element_0426_line">
            <a:extLst xmlns:a="http://schemas.openxmlformats.org/drawingml/2006/main">
              <a:ext uri="{FF2B5EF4-FFF2-40B4-BE49-F238E27FC236}">
                <a16:creationId xmlns:a16="http://schemas.microsoft.com/office/drawing/2014/main" id="{90041452-AFB1-4E0D-9B97-7DA71EC10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6856" y="1486789"/>
            <a:ext cx="71628" cy="10"/>
          </a:xfrm>
          <a:custGeom xmlns:a="http://schemas.openxmlformats.org/drawingml/2006/main">
            <a:pathLst>
              <a:path w="71628" h="10">
                <a:moveTo>
                  <a:pt x="0" y="0"/>
                </a:moveTo>
                <a:lnTo>
                  <a:pt x="71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427" name="element_0427_line">
            <a:extLst xmlns:a="http://schemas.openxmlformats.org/drawingml/2006/main">
              <a:ext uri="{FF2B5EF4-FFF2-40B4-BE49-F238E27FC236}">
                <a16:creationId xmlns:a16="http://schemas.microsoft.com/office/drawing/2014/main" id="{0408A679-E1B9-4C27-A6A9-780017CCF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2670" y="1450975"/>
            <a:ext cx="10" cy="71755"/>
          </a:xfrm>
          <a:custGeom xmlns:a="http://schemas.openxmlformats.org/drawingml/2006/main">
            <a:pathLst>
              <a:path w="10" h="71755">
                <a:moveTo>
                  <a:pt x="0" y="717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428" name="element_0428_line">
            <a:extLst xmlns:a="http://schemas.openxmlformats.org/drawingml/2006/main">
              <a:ext uri="{FF2B5EF4-FFF2-40B4-BE49-F238E27FC236}">
                <a16:creationId xmlns:a16="http://schemas.microsoft.com/office/drawing/2014/main" id="{75523F84-2B78-4D0D-A7B7-3A0CCEC28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285" y="1486789"/>
            <a:ext cx="71755" cy="10"/>
          </a:xfrm>
          <a:custGeom xmlns:a="http://schemas.openxmlformats.org/drawingml/2006/main">
            <a:pathLst>
              <a:path w="71755" h="10">
                <a:moveTo>
                  <a:pt x="0" y="0"/>
                </a:moveTo>
                <a:lnTo>
                  <a:pt x="717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429" name="element_0429_line">
            <a:extLst xmlns:a="http://schemas.openxmlformats.org/drawingml/2006/main">
              <a:ext uri="{FF2B5EF4-FFF2-40B4-BE49-F238E27FC236}">
                <a16:creationId xmlns:a16="http://schemas.microsoft.com/office/drawing/2014/main" id="{16BAC8CA-B471-4DE5-BD08-498044643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6226" y="1450975"/>
            <a:ext cx="10" cy="71755"/>
          </a:xfrm>
          <a:custGeom xmlns:a="http://schemas.openxmlformats.org/drawingml/2006/main">
            <a:pathLst>
              <a:path w="10" h="71755">
                <a:moveTo>
                  <a:pt x="0" y="717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430" name="element_0430_line">
            <a:extLst xmlns:a="http://schemas.openxmlformats.org/drawingml/2006/main">
              <a:ext uri="{FF2B5EF4-FFF2-40B4-BE49-F238E27FC236}">
                <a16:creationId xmlns:a16="http://schemas.microsoft.com/office/drawing/2014/main" id="{06C1F3B3-25A0-4DC9-8A99-1BB09162B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5906" y="1498346"/>
            <a:ext cx="71755" cy="10"/>
          </a:xfrm>
          <a:custGeom xmlns:a="http://schemas.openxmlformats.org/drawingml/2006/main">
            <a:pathLst>
              <a:path w="71755" h="10">
                <a:moveTo>
                  <a:pt x="0" y="0"/>
                </a:moveTo>
                <a:lnTo>
                  <a:pt x="717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431" name="element_0431_line">
            <a:extLst xmlns:a="http://schemas.openxmlformats.org/drawingml/2006/main">
              <a:ext uri="{FF2B5EF4-FFF2-40B4-BE49-F238E27FC236}">
                <a16:creationId xmlns:a16="http://schemas.microsoft.com/office/drawing/2014/main" id="{8271B007-F0CC-46BB-BD6B-CC7BCD158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1847" y="1462405"/>
            <a:ext cx="10" cy="71755"/>
          </a:xfrm>
          <a:custGeom xmlns:a="http://schemas.openxmlformats.org/drawingml/2006/main">
            <a:pathLst>
              <a:path w="10" h="71755">
                <a:moveTo>
                  <a:pt x="0" y="717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432" name="element_0432_line">
            <a:extLst xmlns:a="http://schemas.openxmlformats.org/drawingml/2006/main">
              <a:ext uri="{FF2B5EF4-FFF2-40B4-BE49-F238E27FC236}">
                <a16:creationId xmlns:a16="http://schemas.microsoft.com/office/drawing/2014/main" id="{8AC37075-49A9-4531-AB17-21E41B637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1052" y="1498346"/>
            <a:ext cx="71755" cy="10"/>
          </a:xfrm>
          <a:custGeom xmlns:a="http://schemas.openxmlformats.org/drawingml/2006/main">
            <a:pathLst>
              <a:path w="71755" h="10">
                <a:moveTo>
                  <a:pt x="0" y="0"/>
                </a:moveTo>
                <a:lnTo>
                  <a:pt x="717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433" name="element_0433_line">
            <a:extLst xmlns:a="http://schemas.openxmlformats.org/drawingml/2006/main">
              <a:ext uri="{FF2B5EF4-FFF2-40B4-BE49-F238E27FC236}">
                <a16:creationId xmlns:a16="http://schemas.microsoft.com/office/drawing/2014/main" id="{B79944F4-1D0B-40E9-ABE8-940604C77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6993" y="1462405"/>
            <a:ext cx="10" cy="71755"/>
          </a:xfrm>
          <a:custGeom xmlns:a="http://schemas.openxmlformats.org/drawingml/2006/main">
            <a:pathLst>
              <a:path w="10" h="71755">
                <a:moveTo>
                  <a:pt x="0" y="717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434" name="element_0434_line">
            <a:extLst xmlns:a="http://schemas.openxmlformats.org/drawingml/2006/main">
              <a:ext uri="{FF2B5EF4-FFF2-40B4-BE49-F238E27FC236}">
                <a16:creationId xmlns:a16="http://schemas.microsoft.com/office/drawing/2014/main" id="{7C492B41-88E2-4878-A39D-DE32810CD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1560" y="1498346"/>
            <a:ext cx="71755" cy="10"/>
          </a:xfrm>
          <a:custGeom xmlns:a="http://schemas.openxmlformats.org/drawingml/2006/main">
            <a:pathLst>
              <a:path w="71755" h="10">
                <a:moveTo>
                  <a:pt x="0" y="0"/>
                </a:moveTo>
                <a:lnTo>
                  <a:pt x="717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435" name="element_0435_line">
            <a:extLst xmlns:a="http://schemas.openxmlformats.org/drawingml/2006/main">
              <a:ext uri="{FF2B5EF4-FFF2-40B4-BE49-F238E27FC236}">
                <a16:creationId xmlns:a16="http://schemas.microsoft.com/office/drawing/2014/main" id="{3E5584C7-8C42-45EA-A0CE-980DCCBA8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7501" y="1462405"/>
            <a:ext cx="10" cy="71755"/>
          </a:xfrm>
          <a:custGeom xmlns:a="http://schemas.openxmlformats.org/drawingml/2006/main">
            <a:pathLst>
              <a:path w="10" h="71755">
                <a:moveTo>
                  <a:pt x="0" y="717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436" name="element_0436_line">
            <a:extLst xmlns:a="http://schemas.openxmlformats.org/drawingml/2006/main">
              <a:ext uri="{FF2B5EF4-FFF2-40B4-BE49-F238E27FC236}">
                <a16:creationId xmlns:a16="http://schemas.microsoft.com/office/drawing/2014/main" id="{E1DB2AE4-E6DC-47E0-8637-DA83D2900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2261" y="1498346"/>
            <a:ext cx="71628" cy="10"/>
          </a:xfrm>
          <a:custGeom xmlns:a="http://schemas.openxmlformats.org/drawingml/2006/main">
            <a:pathLst>
              <a:path w="71628" h="10">
                <a:moveTo>
                  <a:pt x="0" y="0"/>
                </a:moveTo>
                <a:lnTo>
                  <a:pt x="71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437" name="element_0437_line">
            <a:extLst xmlns:a="http://schemas.openxmlformats.org/drawingml/2006/main">
              <a:ext uri="{FF2B5EF4-FFF2-40B4-BE49-F238E27FC236}">
                <a16:creationId xmlns:a16="http://schemas.microsoft.com/office/drawing/2014/main" id="{DFC7C270-F92F-4FA2-935F-1C89D3658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1462405"/>
            <a:ext cx="10" cy="71755"/>
          </a:xfrm>
          <a:custGeom xmlns:a="http://schemas.openxmlformats.org/drawingml/2006/main">
            <a:pathLst>
              <a:path w="10" h="71755">
                <a:moveTo>
                  <a:pt x="0" y="717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438" name="element_0438_line">
            <a:extLst xmlns:a="http://schemas.openxmlformats.org/drawingml/2006/main">
              <a:ext uri="{FF2B5EF4-FFF2-40B4-BE49-F238E27FC236}">
                <a16:creationId xmlns:a16="http://schemas.microsoft.com/office/drawing/2014/main" id="{58594F9D-CE4F-4176-B5C2-7E7FBC891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1819" y="1498346"/>
            <a:ext cx="71755" cy="10"/>
          </a:xfrm>
          <a:custGeom xmlns:a="http://schemas.openxmlformats.org/drawingml/2006/main">
            <a:pathLst>
              <a:path w="71755" h="10">
                <a:moveTo>
                  <a:pt x="0" y="0"/>
                </a:moveTo>
                <a:lnTo>
                  <a:pt x="717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439" name="element_0439_line">
            <a:extLst xmlns:a="http://schemas.openxmlformats.org/drawingml/2006/main">
              <a:ext uri="{FF2B5EF4-FFF2-40B4-BE49-F238E27FC236}">
                <a16:creationId xmlns:a16="http://schemas.microsoft.com/office/drawing/2014/main" id="{51376254-CA47-4CEC-8A26-861D519D7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760" y="1462405"/>
            <a:ext cx="10" cy="71755"/>
          </a:xfrm>
          <a:custGeom xmlns:a="http://schemas.openxmlformats.org/drawingml/2006/main">
            <a:pathLst>
              <a:path w="10" h="71755">
                <a:moveTo>
                  <a:pt x="0" y="717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440" name="element_0440_line">
            <a:extLst xmlns:a="http://schemas.openxmlformats.org/drawingml/2006/main">
              <a:ext uri="{FF2B5EF4-FFF2-40B4-BE49-F238E27FC236}">
                <a16:creationId xmlns:a16="http://schemas.microsoft.com/office/drawing/2014/main" id="{ABF3FAE5-3525-40AC-8DFE-0EF3A54F8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4425" y="1498346"/>
            <a:ext cx="71755" cy="10"/>
          </a:xfrm>
          <a:custGeom xmlns:a="http://schemas.openxmlformats.org/drawingml/2006/main">
            <a:pathLst>
              <a:path w="71755" h="10">
                <a:moveTo>
                  <a:pt x="0" y="0"/>
                </a:moveTo>
                <a:lnTo>
                  <a:pt x="717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441" name="element_0441_line">
            <a:extLst xmlns:a="http://schemas.openxmlformats.org/drawingml/2006/main">
              <a:ext uri="{FF2B5EF4-FFF2-40B4-BE49-F238E27FC236}">
                <a16:creationId xmlns:a16="http://schemas.microsoft.com/office/drawing/2014/main" id="{0AFA5CB8-75A6-40A7-92A0-FA520D7BB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0366" y="1462405"/>
            <a:ext cx="10" cy="71755"/>
          </a:xfrm>
          <a:custGeom xmlns:a="http://schemas.openxmlformats.org/drawingml/2006/main">
            <a:pathLst>
              <a:path w="10" h="71755">
                <a:moveTo>
                  <a:pt x="0" y="717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442" name="element_0442_line">
            <a:extLst xmlns:a="http://schemas.openxmlformats.org/drawingml/2006/main">
              <a:ext uri="{FF2B5EF4-FFF2-40B4-BE49-F238E27FC236}">
                <a16:creationId xmlns:a16="http://schemas.microsoft.com/office/drawing/2014/main" id="{0808F1B7-C771-4871-B52B-1AD40F3D9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2111" y="1498346"/>
            <a:ext cx="71755" cy="10"/>
          </a:xfrm>
          <a:custGeom xmlns:a="http://schemas.openxmlformats.org/drawingml/2006/main">
            <a:pathLst>
              <a:path w="71755" h="10">
                <a:moveTo>
                  <a:pt x="0" y="0"/>
                </a:moveTo>
                <a:lnTo>
                  <a:pt x="717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443" name="element_0443_line">
            <a:extLst xmlns:a="http://schemas.openxmlformats.org/drawingml/2006/main">
              <a:ext uri="{FF2B5EF4-FFF2-40B4-BE49-F238E27FC236}">
                <a16:creationId xmlns:a16="http://schemas.microsoft.com/office/drawing/2014/main" id="{2F18069A-9CC7-4204-BF01-40EB165CE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8052" y="1462405"/>
            <a:ext cx="10" cy="71755"/>
          </a:xfrm>
          <a:custGeom xmlns:a="http://schemas.openxmlformats.org/drawingml/2006/main">
            <a:pathLst>
              <a:path w="10" h="71755">
                <a:moveTo>
                  <a:pt x="0" y="717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444" name="element_0444_line">
            <a:extLst xmlns:a="http://schemas.openxmlformats.org/drawingml/2006/main">
              <a:ext uri="{FF2B5EF4-FFF2-40B4-BE49-F238E27FC236}">
                <a16:creationId xmlns:a16="http://schemas.microsoft.com/office/drawing/2014/main" id="{B4E43CBC-E5AA-44E8-993B-AC35B5A9E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7191" y="1498346"/>
            <a:ext cx="71755" cy="10"/>
          </a:xfrm>
          <a:custGeom xmlns:a="http://schemas.openxmlformats.org/drawingml/2006/main">
            <a:pathLst>
              <a:path w="71755" h="10">
                <a:moveTo>
                  <a:pt x="0" y="0"/>
                </a:moveTo>
                <a:lnTo>
                  <a:pt x="717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445" name="element_0445_line">
            <a:extLst xmlns:a="http://schemas.openxmlformats.org/drawingml/2006/main">
              <a:ext uri="{FF2B5EF4-FFF2-40B4-BE49-F238E27FC236}">
                <a16:creationId xmlns:a16="http://schemas.microsoft.com/office/drawing/2014/main" id="{81C707EF-3B98-4F0C-AA27-1C48A16FA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3005" y="1462405"/>
            <a:ext cx="10" cy="71755"/>
          </a:xfrm>
          <a:custGeom xmlns:a="http://schemas.openxmlformats.org/drawingml/2006/main">
            <a:pathLst>
              <a:path w="10" h="71755">
                <a:moveTo>
                  <a:pt x="0" y="717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446" name="element_0446_line">
            <a:extLst xmlns:a="http://schemas.openxmlformats.org/drawingml/2006/main">
              <a:ext uri="{FF2B5EF4-FFF2-40B4-BE49-F238E27FC236}">
                <a16:creationId xmlns:a16="http://schemas.microsoft.com/office/drawing/2014/main" id="{2AF2E5DE-1598-4D80-9374-728BBD296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7450" y="1524254"/>
            <a:ext cx="71755" cy="10"/>
          </a:xfrm>
          <a:custGeom xmlns:a="http://schemas.openxmlformats.org/drawingml/2006/main">
            <a:pathLst>
              <a:path w="71755" h="10">
                <a:moveTo>
                  <a:pt x="0" y="0"/>
                </a:moveTo>
                <a:lnTo>
                  <a:pt x="717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447" name="element_0447_line">
            <a:extLst xmlns:a="http://schemas.openxmlformats.org/drawingml/2006/main">
              <a:ext uri="{FF2B5EF4-FFF2-40B4-BE49-F238E27FC236}">
                <a16:creationId xmlns:a16="http://schemas.microsoft.com/office/drawing/2014/main" id="{E15BDE7E-F15F-470A-9B19-A0576D610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3264" y="1488440"/>
            <a:ext cx="10" cy="71755"/>
          </a:xfrm>
          <a:custGeom xmlns:a="http://schemas.openxmlformats.org/drawingml/2006/main">
            <a:pathLst>
              <a:path w="10" h="71755">
                <a:moveTo>
                  <a:pt x="0" y="717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448" name="element_0448_line">
            <a:extLst xmlns:a="http://schemas.openxmlformats.org/drawingml/2006/main">
              <a:ext uri="{FF2B5EF4-FFF2-40B4-BE49-F238E27FC236}">
                <a16:creationId xmlns:a16="http://schemas.microsoft.com/office/drawing/2014/main" id="{1CBDB77E-6993-4097-AF9E-3B5F5A47C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153" y="1550670"/>
            <a:ext cx="71755" cy="10"/>
          </a:xfrm>
          <a:custGeom xmlns:a="http://schemas.openxmlformats.org/drawingml/2006/main">
            <a:pathLst>
              <a:path w="71755" h="10">
                <a:moveTo>
                  <a:pt x="0" y="0"/>
                </a:moveTo>
                <a:lnTo>
                  <a:pt x="717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449" name="element_0449_line">
            <a:extLst xmlns:a="http://schemas.openxmlformats.org/drawingml/2006/main">
              <a:ext uri="{FF2B5EF4-FFF2-40B4-BE49-F238E27FC236}">
                <a16:creationId xmlns:a16="http://schemas.microsoft.com/office/drawing/2014/main" id="{494B0727-7EE4-4FC4-AC15-5030E8AC1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9967" y="1514856"/>
            <a:ext cx="10" cy="71755"/>
          </a:xfrm>
          <a:custGeom xmlns:a="http://schemas.openxmlformats.org/drawingml/2006/main">
            <a:pathLst>
              <a:path w="10" h="71755">
                <a:moveTo>
                  <a:pt x="0" y="717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450" name="element_0450_line">
            <a:extLst xmlns:a="http://schemas.openxmlformats.org/drawingml/2006/main">
              <a:ext uri="{FF2B5EF4-FFF2-40B4-BE49-F238E27FC236}">
                <a16:creationId xmlns:a16="http://schemas.microsoft.com/office/drawing/2014/main" id="{8507FDFE-9404-4950-8CFC-C2BECFA09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8316" y="1564132"/>
            <a:ext cx="71755" cy="10"/>
          </a:xfrm>
          <a:custGeom xmlns:a="http://schemas.openxmlformats.org/drawingml/2006/main">
            <a:pathLst>
              <a:path w="71755" h="10">
                <a:moveTo>
                  <a:pt x="0" y="0"/>
                </a:moveTo>
                <a:lnTo>
                  <a:pt x="717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451" name="element_0451_line">
            <a:extLst xmlns:a="http://schemas.openxmlformats.org/drawingml/2006/main">
              <a:ext uri="{FF2B5EF4-FFF2-40B4-BE49-F238E27FC236}">
                <a16:creationId xmlns:a16="http://schemas.microsoft.com/office/drawing/2014/main" id="{C48699B5-7B6F-4987-959C-916AB293E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4257" y="1528318"/>
            <a:ext cx="10" cy="71755"/>
          </a:xfrm>
          <a:custGeom xmlns:a="http://schemas.openxmlformats.org/drawingml/2006/main">
            <a:pathLst>
              <a:path w="10" h="71755">
                <a:moveTo>
                  <a:pt x="0" y="717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452" name="element_0452_line">
            <a:extLst xmlns:a="http://schemas.openxmlformats.org/drawingml/2006/main">
              <a:ext uri="{FF2B5EF4-FFF2-40B4-BE49-F238E27FC236}">
                <a16:creationId xmlns:a16="http://schemas.microsoft.com/office/drawing/2014/main" id="{E68538A0-CBD6-46CB-B61A-F55144DAE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9365" y="1564132"/>
            <a:ext cx="71755" cy="10"/>
          </a:xfrm>
          <a:custGeom xmlns:a="http://schemas.openxmlformats.org/drawingml/2006/main">
            <a:pathLst>
              <a:path w="71755" h="10">
                <a:moveTo>
                  <a:pt x="0" y="0"/>
                </a:moveTo>
                <a:lnTo>
                  <a:pt x="717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453" name="element_0453_line">
            <a:extLst xmlns:a="http://schemas.openxmlformats.org/drawingml/2006/main">
              <a:ext uri="{FF2B5EF4-FFF2-40B4-BE49-F238E27FC236}">
                <a16:creationId xmlns:a16="http://schemas.microsoft.com/office/drawing/2014/main" id="{6E87DA30-5E77-4847-852D-6893DE8B1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5306" y="1528318"/>
            <a:ext cx="10" cy="71755"/>
          </a:xfrm>
          <a:custGeom xmlns:a="http://schemas.openxmlformats.org/drawingml/2006/main">
            <a:pathLst>
              <a:path w="10" h="71755">
                <a:moveTo>
                  <a:pt x="0" y="717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454" name="element_0454_line">
            <a:extLst xmlns:a="http://schemas.openxmlformats.org/drawingml/2006/main">
              <a:ext uri="{FF2B5EF4-FFF2-40B4-BE49-F238E27FC236}">
                <a16:creationId xmlns:a16="http://schemas.microsoft.com/office/drawing/2014/main" id="{61513C63-A5C8-433C-8FCA-D70D1013D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0640" y="1564132"/>
            <a:ext cx="71755" cy="10"/>
          </a:xfrm>
          <a:custGeom xmlns:a="http://schemas.openxmlformats.org/drawingml/2006/main">
            <a:pathLst>
              <a:path w="71755" h="10">
                <a:moveTo>
                  <a:pt x="0" y="0"/>
                </a:moveTo>
                <a:lnTo>
                  <a:pt x="717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455" name="element_0455_line">
            <a:extLst xmlns:a="http://schemas.openxmlformats.org/drawingml/2006/main">
              <a:ext uri="{FF2B5EF4-FFF2-40B4-BE49-F238E27FC236}">
                <a16:creationId xmlns:a16="http://schemas.microsoft.com/office/drawing/2014/main" id="{18C33BE4-DFE7-4E01-9B38-208B0662B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581" y="1528318"/>
            <a:ext cx="10" cy="71755"/>
          </a:xfrm>
          <a:custGeom xmlns:a="http://schemas.openxmlformats.org/drawingml/2006/main">
            <a:pathLst>
              <a:path w="10" h="71755">
                <a:moveTo>
                  <a:pt x="0" y="717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456" name="element_0456_line">
            <a:extLst xmlns:a="http://schemas.openxmlformats.org/drawingml/2006/main">
              <a:ext uri="{FF2B5EF4-FFF2-40B4-BE49-F238E27FC236}">
                <a16:creationId xmlns:a16="http://schemas.microsoft.com/office/drawing/2014/main" id="{2147B5E5-1811-4972-989D-BF69235D5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2108" y="1606804"/>
            <a:ext cx="71628" cy="10"/>
          </a:xfrm>
          <a:custGeom xmlns:a="http://schemas.openxmlformats.org/drawingml/2006/main">
            <a:pathLst>
              <a:path w="71628" h="10">
                <a:moveTo>
                  <a:pt x="0" y="0"/>
                </a:moveTo>
                <a:lnTo>
                  <a:pt x="71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457" name="element_0457_line">
            <a:extLst xmlns:a="http://schemas.openxmlformats.org/drawingml/2006/main">
              <a:ext uri="{FF2B5EF4-FFF2-40B4-BE49-F238E27FC236}">
                <a16:creationId xmlns:a16="http://schemas.microsoft.com/office/drawing/2014/main" id="{F9F38C7F-5247-4E41-A33E-19609E0A6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7922" y="1570990"/>
            <a:ext cx="10" cy="71755"/>
          </a:xfrm>
          <a:custGeom xmlns:a="http://schemas.openxmlformats.org/drawingml/2006/main">
            <a:pathLst>
              <a:path w="10" h="71755">
                <a:moveTo>
                  <a:pt x="0" y="717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458" name="element_0458_line">
            <a:extLst xmlns:a="http://schemas.openxmlformats.org/drawingml/2006/main">
              <a:ext uri="{FF2B5EF4-FFF2-40B4-BE49-F238E27FC236}">
                <a16:creationId xmlns:a16="http://schemas.microsoft.com/office/drawing/2014/main" id="{0573987A-7C90-4B8F-8E21-DB36E1F37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6205" y="1606804"/>
            <a:ext cx="71628" cy="10"/>
          </a:xfrm>
          <a:custGeom xmlns:a="http://schemas.openxmlformats.org/drawingml/2006/main">
            <a:pathLst>
              <a:path w="71628" h="10">
                <a:moveTo>
                  <a:pt x="0" y="0"/>
                </a:moveTo>
                <a:lnTo>
                  <a:pt x="71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459" name="element_0459_line">
            <a:extLst xmlns:a="http://schemas.openxmlformats.org/drawingml/2006/main">
              <a:ext uri="{FF2B5EF4-FFF2-40B4-BE49-F238E27FC236}">
                <a16:creationId xmlns:a16="http://schemas.microsoft.com/office/drawing/2014/main" id="{99B53889-BF99-4952-9E32-05FD9C56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019" y="1570990"/>
            <a:ext cx="10" cy="71755"/>
          </a:xfrm>
          <a:custGeom xmlns:a="http://schemas.openxmlformats.org/drawingml/2006/main">
            <a:pathLst>
              <a:path w="10" h="71755">
                <a:moveTo>
                  <a:pt x="0" y="717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460" name="element_0460_line">
            <a:extLst xmlns:a="http://schemas.openxmlformats.org/drawingml/2006/main">
              <a:ext uri="{FF2B5EF4-FFF2-40B4-BE49-F238E27FC236}">
                <a16:creationId xmlns:a16="http://schemas.microsoft.com/office/drawing/2014/main" id="{8153CDE0-A5B8-475D-86E5-00EDD9234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9634" y="1606804"/>
            <a:ext cx="71755" cy="10"/>
          </a:xfrm>
          <a:custGeom xmlns:a="http://schemas.openxmlformats.org/drawingml/2006/main">
            <a:pathLst>
              <a:path w="71755" h="10">
                <a:moveTo>
                  <a:pt x="0" y="0"/>
                </a:moveTo>
                <a:lnTo>
                  <a:pt x="717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461" name="element_0461_line">
            <a:extLst xmlns:a="http://schemas.openxmlformats.org/drawingml/2006/main">
              <a:ext uri="{FF2B5EF4-FFF2-40B4-BE49-F238E27FC236}">
                <a16:creationId xmlns:a16="http://schemas.microsoft.com/office/drawing/2014/main" id="{BDFA97C7-45CA-406E-9058-3F550DF5C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5575" y="1570990"/>
            <a:ext cx="10" cy="71755"/>
          </a:xfrm>
          <a:custGeom xmlns:a="http://schemas.openxmlformats.org/drawingml/2006/main">
            <a:pathLst>
              <a:path w="10" h="71755">
                <a:moveTo>
                  <a:pt x="0" y="717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462" name="element_0462_line">
            <a:extLst xmlns:a="http://schemas.openxmlformats.org/drawingml/2006/main">
              <a:ext uri="{FF2B5EF4-FFF2-40B4-BE49-F238E27FC236}">
                <a16:creationId xmlns:a16="http://schemas.microsoft.com/office/drawing/2014/main" id="{6F3DF09C-80B1-4B7A-978C-CF54E7AEB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6347" y="1621917"/>
            <a:ext cx="71755" cy="10"/>
          </a:xfrm>
          <a:custGeom xmlns:a="http://schemas.openxmlformats.org/drawingml/2006/main">
            <a:pathLst>
              <a:path w="71755" h="10">
                <a:moveTo>
                  <a:pt x="0" y="0"/>
                </a:moveTo>
                <a:lnTo>
                  <a:pt x="717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463" name="element_0463_line">
            <a:extLst xmlns:a="http://schemas.openxmlformats.org/drawingml/2006/main">
              <a:ext uri="{FF2B5EF4-FFF2-40B4-BE49-F238E27FC236}">
                <a16:creationId xmlns:a16="http://schemas.microsoft.com/office/drawing/2014/main" id="{3A40E2B6-9706-41B5-A662-8A5E649DA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2288" y="1586103"/>
            <a:ext cx="10" cy="71755"/>
          </a:xfrm>
          <a:custGeom xmlns:a="http://schemas.openxmlformats.org/drawingml/2006/main">
            <a:pathLst>
              <a:path w="10" h="71755">
                <a:moveTo>
                  <a:pt x="0" y="717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464" name="element_0464_line">
            <a:extLst xmlns:a="http://schemas.openxmlformats.org/drawingml/2006/main">
              <a:ext uri="{FF2B5EF4-FFF2-40B4-BE49-F238E27FC236}">
                <a16:creationId xmlns:a16="http://schemas.microsoft.com/office/drawing/2014/main" id="{86FE129A-8932-488E-8F76-269BFC4FC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9903" y="1621917"/>
            <a:ext cx="71755" cy="10"/>
          </a:xfrm>
          <a:custGeom xmlns:a="http://schemas.openxmlformats.org/drawingml/2006/main">
            <a:pathLst>
              <a:path w="71755" h="10">
                <a:moveTo>
                  <a:pt x="0" y="0"/>
                </a:moveTo>
                <a:lnTo>
                  <a:pt x="717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465" name="element_0465_line">
            <a:extLst xmlns:a="http://schemas.openxmlformats.org/drawingml/2006/main">
              <a:ext uri="{FF2B5EF4-FFF2-40B4-BE49-F238E27FC236}">
                <a16:creationId xmlns:a16="http://schemas.microsoft.com/office/drawing/2014/main" id="{75EBEB3D-3DAF-4EAA-ACF6-F778B0DFE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5717" y="1586103"/>
            <a:ext cx="10" cy="71755"/>
          </a:xfrm>
          <a:custGeom xmlns:a="http://schemas.openxmlformats.org/drawingml/2006/main">
            <a:pathLst>
              <a:path w="10" h="71755">
                <a:moveTo>
                  <a:pt x="0" y="717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466" name="element_0466_line">
            <a:extLst xmlns:a="http://schemas.openxmlformats.org/drawingml/2006/main">
              <a:ext uri="{FF2B5EF4-FFF2-40B4-BE49-F238E27FC236}">
                <a16:creationId xmlns:a16="http://schemas.microsoft.com/office/drawing/2014/main" id="{D6DA689E-C894-439C-9CE1-D31BEB034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8097" y="1621917"/>
            <a:ext cx="71755" cy="10"/>
          </a:xfrm>
          <a:custGeom xmlns:a="http://schemas.openxmlformats.org/drawingml/2006/main">
            <a:pathLst>
              <a:path w="71755" h="10">
                <a:moveTo>
                  <a:pt x="0" y="0"/>
                </a:moveTo>
                <a:lnTo>
                  <a:pt x="717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467" name="element_0467_line">
            <a:extLst xmlns:a="http://schemas.openxmlformats.org/drawingml/2006/main">
              <a:ext uri="{FF2B5EF4-FFF2-40B4-BE49-F238E27FC236}">
                <a16:creationId xmlns:a16="http://schemas.microsoft.com/office/drawing/2014/main" id="{389924ED-EE75-4DAE-BA3D-E3AF98614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3911" y="1586103"/>
            <a:ext cx="10" cy="71755"/>
          </a:xfrm>
          <a:custGeom xmlns:a="http://schemas.openxmlformats.org/drawingml/2006/main">
            <a:pathLst>
              <a:path w="10" h="71755">
                <a:moveTo>
                  <a:pt x="0" y="717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468" name="element_0468_line">
            <a:extLst xmlns:a="http://schemas.openxmlformats.org/drawingml/2006/main">
              <a:ext uri="{FF2B5EF4-FFF2-40B4-BE49-F238E27FC236}">
                <a16:creationId xmlns:a16="http://schemas.microsoft.com/office/drawing/2014/main" id="{41E897C0-7780-4B32-AB55-63C6993E9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3872" y="1430147"/>
            <a:ext cx="71755" cy="10"/>
          </a:xfrm>
          <a:custGeom xmlns:a="http://schemas.openxmlformats.org/drawingml/2006/main">
            <a:pathLst>
              <a:path w="71755" h="10">
                <a:moveTo>
                  <a:pt x="0" y="0"/>
                </a:moveTo>
                <a:lnTo>
                  <a:pt x="717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D55E00"/>
            </a:solidFill>
            <a:prstDash val="solid"/>
            <a:round/>
          </a:ln>
        </p:spPr>
      </p:sp>
      <p:sp>
        <p:nvSpPr>
          <p:cNvPr id="469" name="element_0469_line">
            <a:extLst xmlns:a="http://schemas.openxmlformats.org/drawingml/2006/main">
              <a:ext uri="{FF2B5EF4-FFF2-40B4-BE49-F238E27FC236}">
                <a16:creationId xmlns:a16="http://schemas.microsoft.com/office/drawing/2014/main" id="{F7ED9A27-E019-4E9D-972C-8FA92C744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9813" y="1394206"/>
            <a:ext cx="10" cy="71755"/>
          </a:xfrm>
          <a:custGeom xmlns:a="http://schemas.openxmlformats.org/drawingml/2006/main">
            <a:pathLst>
              <a:path w="10" h="71755">
                <a:moveTo>
                  <a:pt x="0" y="717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D55E00"/>
            </a:solidFill>
            <a:prstDash val="solid"/>
            <a:round/>
          </a:ln>
        </p:spPr>
      </p:sp>
      <p:sp>
        <p:nvSpPr>
          <p:cNvPr id="470" name="element_0470_line">
            <a:extLst xmlns:a="http://schemas.openxmlformats.org/drawingml/2006/main">
              <a:ext uri="{FF2B5EF4-FFF2-40B4-BE49-F238E27FC236}">
                <a16:creationId xmlns:a16="http://schemas.microsoft.com/office/drawing/2014/main" id="{74477448-332F-4B50-A56C-8E78E3EA3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1492" y="1430147"/>
            <a:ext cx="71755" cy="10"/>
          </a:xfrm>
          <a:custGeom xmlns:a="http://schemas.openxmlformats.org/drawingml/2006/main">
            <a:pathLst>
              <a:path w="71755" h="10">
                <a:moveTo>
                  <a:pt x="0" y="0"/>
                </a:moveTo>
                <a:lnTo>
                  <a:pt x="717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D55E00"/>
            </a:solidFill>
            <a:prstDash val="solid"/>
            <a:round/>
          </a:ln>
        </p:spPr>
      </p:sp>
      <p:sp>
        <p:nvSpPr>
          <p:cNvPr id="471" name="element_0471_line">
            <a:extLst xmlns:a="http://schemas.openxmlformats.org/drawingml/2006/main">
              <a:ext uri="{FF2B5EF4-FFF2-40B4-BE49-F238E27FC236}">
                <a16:creationId xmlns:a16="http://schemas.microsoft.com/office/drawing/2014/main" id="{B05866F3-706E-451B-A276-E26911F23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7306" y="1394206"/>
            <a:ext cx="10" cy="71755"/>
          </a:xfrm>
          <a:custGeom xmlns:a="http://schemas.openxmlformats.org/drawingml/2006/main">
            <a:pathLst>
              <a:path w="10" h="71755">
                <a:moveTo>
                  <a:pt x="0" y="717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D55E00"/>
            </a:solidFill>
            <a:prstDash val="solid"/>
            <a:round/>
          </a:ln>
        </p:spPr>
      </p:sp>
      <p:sp>
        <p:nvSpPr>
          <p:cNvPr id="472" name="element_0472_line">
            <a:extLst xmlns:a="http://schemas.openxmlformats.org/drawingml/2006/main">
              <a:ext uri="{FF2B5EF4-FFF2-40B4-BE49-F238E27FC236}">
                <a16:creationId xmlns:a16="http://schemas.microsoft.com/office/drawing/2014/main" id="{5060B8CA-B95B-435B-9026-5FBEFA080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1342" y="1529588"/>
            <a:ext cx="71755" cy="10"/>
          </a:xfrm>
          <a:custGeom xmlns:a="http://schemas.openxmlformats.org/drawingml/2006/main">
            <a:pathLst>
              <a:path w="71755" h="10">
                <a:moveTo>
                  <a:pt x="0" y="0"/>
                </a:moveTo>
                <a:lnTo>
                  <a:pt x="717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D55E00"/>
            </a:solidFill>
            <a:prstDash val="solid"/>
            <a:round/>
          </a:ln>
        </p:spPr>
      </p:sp>
      <p:sp>
        <p:nvSpPr>
          <p:cNvPr id="473" name="element_0473_line">
            <a:extLst xmlns:a="http://schemas.openxmlformats.org/drawingml/2006/main">
              <a:ext uri="{FF2B5EF4-FFF2-40B4-BE49-F238E27FC236}">
                <a16:creationId xmlns:a16="http://schemas.microsoft.com/office/drawing/2014/main" id="{7FD6720D-9409-4856-819A-D2F5C7FAE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7283" y="1493774"/>
            <a:ext cx="10" cy="71755"/>
          </a:xfrm>
          <a:custGeom xmlns:a="http://schemas.openxmlformats.org/drawingml/2006/main">
            <a:pathLst>
              <a:path w="10" h="71755">
                <a:moveTo>
                  <a:pt x="0" y="717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D55E00"/>
            </a:solidFill>
            <a:prstDash val="solid"/>
            <a:round/>
          </a:ln>
        </p:spPr>
      </p:sp>
      <p:sp>
        <p:nvSpPr>
          <p:cNvPr id="474" name="element_0474_line">
            <a:extLst xmlns:a="http://schemas.openxmlformats.org/drawingml/2006/main">
              <a:ext uri="{FF2B5EF4-FFF2-40B4-BE49-F238E27FC236}">
                <a16:creationId xmlns:a16="http://schemas.microsoft.com/office/drawing/2014/main" id="{FA59F2A4-CAA3-424F-A433-2E2605831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1004" y="1585722"/>
            <a:ext cx="71628" cy="10"/>
          </a:xfrm>
          <a:custGeom xmlns:a="http://schemas.openxmlformats.org/drawingml/2006/main">
            <a:pathLst>
              <a:path w="71628" h="10">
                <a:moveTo>
                  <a:pt x="0" y="0"/>
                </a:moveTo>
                <a:lnTo>
                  <a:pt x="71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D55E00"/>
            </a:solidFill>
            <a:prstDash val="solid"/>
            <a:round/>
          </a:ln>
        </p:spPr>
      </p:sp>
      <p:sp>
        <p:nvSpPr>
          <p:cNvPr id="475" name="element_0475_line">
            <a:extLst xmlns:a="http://schemas.openxmlformats.org/drawingml/2006/main">
              <a:ext uri="{FF2B5EF4-FFF2-40B4-BE49-F238E27FC236}">
                <a16:creationId xmlns:a16="http://schemas.microsoft.com/office/drawing/2014/main" id="{2ED82707-69B2-4611-B2E8-691CA7B60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6818" y="1549908"/>
            <a:ext cx="10" cy="71755"/>
          </a:xfrm>
          <a:custGeom xmlns:a="http://schemas.openxmlformats.org/drawingml/2006/main">
            <a:pathLst>
              <a:path w="10" h="71755">
                <a:moveTo>
                  <a:pt x="0" y="717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D55E00"/>
            </a:solidFill>
            <a:prstDash val="solid"/>
            <a:round/>
          </a:ln>
        </p:spPr>
      </p:sp>
      <p:sp>
        <p:nvSpPr>
          <p:cNvPr id="476" name="element_0476_line">
            <a:extLst xmlns:a="http://schemas.openxmlformats.org/drawingml/2006/main">
              <a:ext uri="{FF2B5EF4-FFF2-40B4-BE49-F238E27FC236}">
                <a16:creationId xmlns:a16="http://schemas.microsoft.com/office/drawing/2014/main" id="{A71974DA-3196-449E-9652-E438F7A5B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3587" y="1654048"/>
            <a:ext cx="71628" cy="10"/>
          </a:xfrm>
          <a:custGeom xmlns:a="http://schemas.openxmlformats.org/drawingml/2006/main">
            <a:pathLst>
              <a:path w="71628" h="10">
                <a:moveTo>
                  <a:pt x="0" y="0"/>
                </a:moveTo>
                <a:lnTo>
                  <a:pt x="71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D55E00"/>
            </a:solidFill>
            <a:prstDash val="solid"/>
            <a:round/>
          </a:ln>
        </p:spPr>
      </p:sp>
      <p:sp>
        <p:nvSpPr>
          <p:cNvPr id="477" name="element_0477_line">
            <a:extLst xmlns:a="http://schemas.openxmlformats.org/drawingml/2006/main">
              <a:ext uri="{FF2B5EF4-FFF2-40B4-BE49-F238E27FC236}">
                <a16:creationId xmlns:a16="http://schemas.microsoft.com/office/drawing/2014/main" id="{E188AE15-3BC8-4ABD-A252-F2D006B6A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9401" y="1618234"/>
            <a:ext cx="10" cy="71755"/>
          </a:xfrm>
          <a:custGeom xmlns:a="http://schemas.openxmlformats.org/drawingml/2006/main">
            <a:pathLst>
              <a:path w="10" h="71755">
                <a:moveTo>
                  <a:pt x="0" y="717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D55E00"/>
            </a:solidFill>
            <a:prstDash val="solid"/>
            <a:round/>
          </a:ln>
        </p:spPr>
      </p:sp>
      <p:sp>
        <p:nvSpPr>
          <p:cNvPr id="478" name="element_0478_line">
            <a:extLst xmlns:a="http://schemas.openxmlformats.org/drawingml/2006/main">
              <a:ext uri="{FF2B5EF4-FFF2-40B4-BE49-F238E27FC236}">
                <a16:creationId xmlns:a16="http://schemas.microsoft.com/office/drawing/2014/main" id="{2998EFFA-12AC-40EC-9E9A-C727C13D1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751" y="1665732"/>
            <a:ext cx="71755" cy="10"/>
          </a:xfrm>
          <a:custGeom xmlns:a="http://schemas.openxmlformats.org/drawingml/2006/main">
            <a:pathLst>
              <a:path w="71755" h="10">
                <a:moveTo>
                  <a:pt x="0" y="0"/>
                </a:moveTo>
                <a:lnTo>
                  <a:pt x="717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D55E00"/>
            </a:solidFill>
            <a:prstDash val="solid"/>
            <a:round/>
          </a:ln>
        </p:spPr>
      </p:sp>
      <p:sp>
        <p:nvSpPr>
          <p:cNvPr id="479" name="element_0479_line">
            <a:extLst xmlns:a="http://schemas.openxmlformats.org/drawingml/2006/main">
              <a:ext uri="{FF2B5EF4-FFF2-40B4-BE49-F238E27FC236}">
                <a16:creationId xmlns:a16="http://schemas.microsoft.com/office/drawing/2014/main" id="{9554A25B-89F7-4765-96D9-F22B006EC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1692" y="1629791"/>
            <a:ext cx="10" cy="71755"/>
          </a:xfrm>
          <a:custGeom xmlns:a="http://schemas.openxmlformats.org/drawingml/2006/main">
            <a:pathLst>
              <a:path w="10" h="71755">
                <a:moveTo>
                  <a:pt x="0" y="717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D55E00"/>
            </a:solidFill>
            <a:prstDash val="solid"/>
            <a:round/>
          </a:ln>
        </p:spPr>
      </p:sp>
      <p:sp>
        <p:nvSpPr>
          <p:cNvPr id="480" name="element_0480_line">
            <a:extLst xmlns:a="http://schemas.openxmlformats.org/drawingml/2006/main">
              <a:ext uri="{FF2B5EF4-FFF2-40B4-BE49-F238E27FC236}">
                <a16:creationId xmlns:a16="http://schemas.microsoft.com/office/drawing/2014/main" id="{B4D92185-6139-4DB9-B700-027CD3777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318" y="1712976"/>
            <a:ext cx="71755" cy="10"/>
          </a:xfrm>
          <a:custGeom xmlns:a="http://schemas.openxmlformats.org/drawingml/2006/main">
            <a:pathLst>
              <a:path w="71755" h="10">
                <a:moveTo>
                  <a:pt x="0" y="0"/>
                </a:moveTo>
                <a:lnTo>
                  <a:pt x="717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D55E00"/>
            </a:solidFill>
            <a:prstDash val="solid"/>
            <a:round/>
          </a:ln>
        </p:spPr>
      </p:sp>
      <p:sp>
        <p:nvSpPr>
          <p:cNvPr id="481" name="element_0481_line">
            <a:extLst xmlns:a="http://schemas.openxmlformats.org/drawingml/2006/main">
              <a:ext uri="{FF2B5EF4-FFF2-40B4-BE49-F238E27FC236}">
                <a16:creationId xmlns:a16="http://schemas.microsoft.com/office/drawing/2014/main" id="{6BF8FE98-915D-4598-B8BB-FD666BF25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259" y="1677035"/>
            <a:ext cx="10" cy="71755"/>
          </a:xfrm>
          <a:custGeom xmlns:a="http://schemas.openxmlformats.org/drawingml/2006/main">
            <a:pathLst>
              <a:path w="10" h="71755">
                <a:moveTo>
                  <a:pt x="0" y="717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D55E00"/>
            </a:solidFill>
            <a:prstDash val="solid"/>
            <a:round/>
          </a:ln>
        </p:spPr>
      </p:sp>
      <p:sp>
        <p:nvSpPr>
          <p:cNvPr id="482" name="element_0482_line">
            <a:extLst xmlns:a="http://schemas.openxmlformats.org/drawingml/2006/main">
              <a:ext uri="{FF2B5EF4-FFF2-40B4-BE49-F238E27FC236}">
                <a16:creationId xmlns:a16="http://schemas.microsoft.com/office/drawing/2014/main" id="{855AE151-C85E-41BD-A332-2D2298335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3673" y="1725041"/>
            <a:ext cx="71755" cy="10"/>
          </a:xfrm>
          <a:custGeom xmlns:a="http://schemas.openxmlformats.org/drawingml/2006/main">
            <a:pathLst>
              <a:path w="71755" h="10">
                <a:moveTo>
                  <a:pt x="0" y="0"/>
                </a:moveTo>
                <a:lnTo>
                  <a:pt x="717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D55E00"/>
            </a:solidFill>
            <a:prstDash val="solid"/>
            <a:round/>
          </a:ln>
        </p:spPr>
      </p:sp>
      <p:sp>
        <p:nvSpPr>
          <p:cNvPr id="483" name="element_0483_line">
            <a:extLst xmlns:a="http://schemas.openxmlformats.org/drawingml/2006/main">
              <a:ext uri="{FF2B5EF4-FFF2-40B4-BE49-F238E27FC236}">
                <a16:creationId xmlns:a16="http://schemas.microsoft.com/office/drawing/2014/main" id="{CDF8CC14-818E-4E2C-B109-BCE3D021F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487" y="1689100"/>
            <a:ext cx="10" cy="71755"/>
          </a:xfrm>
          <a:custGeom xmlns:a="http://schemas.openxmlformats.org/drawingml/2006/main">
            <a:pathLst>
              <a:path w="10" h="71755">
                <a:moveTo>
                  <a:pt x="0" y="717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D55E00"/>
            </a:solidFill>
            <a:prstDash val="solid"/>
            <a:round/>
          </a:ln>
        </p:spPr>
      </p:sp>
      <p:sp>
        <p:nvSpPr>
          <p:cNvPr id="484" name="element_0484_line">
            <a:extLst xmlns:a="http://schemas.openxmlformats.org/drawingml/2006/main">
              <a:ext uri="{FF2B5EF4-FFF2-40B4-BE49-F238E27FC236}">
                <a16:creationId xmlns:a16="http://schemas.microsoft.com/office/drawing/2014/main" id="{26B3F4F3-EA8A-44F4-A6D3-8DEA27891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7112" y="1749679"/>
            <a:ext cx="71755" cy="10"/>
          </a:xfrm>
          <a:custGeom xmlns:a="http://schemas.openxmlformats.org/drawingml/2006/main">
            <a:pathLst>
              <a:path w="71755" h="10">
                <a:moveTo>
                  <a:pt x="0" y="0"/>
                </a:moveTo>
                <a:lnTo>
                  <a:pt x="717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D55E00"/>
            </a:solidFill>
            <a:prstDash val="solid"/>
            <a:round/>
          </a:ln>
        </p:spPr>
      </p:sp>
      <p:sp>
        <p:nvSpPr>
          <p:cNvPr id="485" name="element_0485_line">
            <a:extLst xmlns:a="http://schemas.openxmlformats.org/drawingml/2006/main">
              <a:ext uri="{FF2B5EF4-FFF2-40B4-BE49-F238E27FC236}">
                <a16:creationId xmlns:a16="http://schemas.microsoft.com/office/drawing/2014/main" id="{50350A0A-13B5-4299-8163-D50D52F1B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3053" y="1713738"/>
            <a:ext cx="10" cy="71755"/>
          </a:xfrm>
          <a:custGeom xmlns:a="http://schemas.openxmlformats.org/drawingml/2006/main">
            <a:pathLst>
              <a:path w="10" h="71755">
                <a:moveTo>
                  <a:pt x="0" y="717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D55E00"/>
            </a:solidFill>
            <a:prstDash val="solid"/>
            <a:round/>
          </a:ln>
        </p:spPr>
      </p:sp>
      <p:sp>
        <p:nvSpPr>
          <p:cNvPr id="486" name="element_0486_line">
            <a:extLst xmlns:a="http://schemas.openxmlformats.org/drawingml/2006/main">
              <a:ext uri="{FF2B5EF4-FFF2-40B4-BE49-F238E27FC236}">
                <a16:creationId xmlns:a16="http://schemas.microsoft.com/office/drawing/2014/main" id="{0B6B1C70-BF06-4E00-BE4F-45A2DF6C2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8839" y="1837817"/>
            <a:ext cx="71628" cy="10"/>
          </a:xfrm>
          <a:custGeom xmlns:a="http://schemas.openxmlformats.org/drawingml/2006/main">
            <a:pathLst>
              <a:path w="71628" h="10">
                <a:moveTo>
                  <a:pt x="0" y="0"/>
                </a:moveTo>
                <a:lnTo>
                  <a:pt x="71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D55E00"/>
            </a:solidFill>
            <a:prstDash val="solid"/>
            <a:round/>
          </a:ln>
        </p:spPr>
      </p:sp>
      <p:sp>
        <p:nvSpPr>
          <p:cNvPr id="487" name="element_0487_line">
            <a:extLst xmlns:a="http://schemas.openxmlformats.org/drawingml/2006/main">
              <a:ext uri="{FF2B5EF4-FFF2-40B4-BE49-F238E27FC236}">
                <a16:creationId xmlns:a16="http://schemas.microsoft.com/office/drawing/2014/main" id="{CD564878-F309-4EBF-A3BB-45F9993B2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4653" y="1801876"/>
            <a:ext cx="10" cy="71755"/>
          </a:xfrm>
          <a:custGeom xmlns:a="http://schemas.openxmlformats.org/drawingml/2006/main">
            <a:pathLst>
              <a:path w="10" h="71755">
                <a:moveTo>
                  <a:pt x="0" y="717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D55E00"/>
            </a:solidFill>
            <a:prstDash val="solid"/>
            <a:round/>
          </a:ln>
        </p:spPr>
      </p:sp>
      <p:sp>
        <p:nvSpPr>
          <p:cNvPr id="488" name="element_0488_line">
            <a:extLst xmlns:a="http://schemas.openxmlformats.org/drawingml/2006/main">
              <a:ext uri="{FF2B5EF4-FFF2-40B4-BE49-F238E27FC236}">
                <a16:creationId xmlns:a16="http://schemas.microsoft.com/office/drawing/2014/main" id="{2A8D3074-7BE9-4118-9069-602E19A54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7673" y="1863598"/>
            <a:ext cx="71755" cy="10"/>
          </a:xfrm>
          <a:custGeom xmlns:a="http://schemas.openxmlformats.org/drawingml/2006/main">
            <a:pathLst>
              <a:path w="71755" h="10">
                <a:moveTo>
                  <a:pt x="0" y="0"/>
                </a:moveTo>
                <a:lnTo>
                  <a:pt x="717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D55E00"/>
            </a:solidFill>
            <a:prstDash val="solid"/>
            <a:round/>
          </a:ln>
        </p:spPr>
      </p:sp>
      <p:sp>
        <p:nvSpPr>
          <p:cNvPr id="489" name="element_0489_line">
            <a:extLst xmlns:a="http://schemas.openxmlformats.org/drawingml/2006/main">
              <a:ext uri="{FF2B5EF4-FFF2-40B4-BE49-F238E27FC236}">
                <a16:creationId xmlns:a16="http://schemas.microsoft.com/office/drawing/2014/main" id="{2DB6EED0-6CFF-48DB-B2C1-F7CC946F3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3614" y="1827784"/>
            <a:ext cx="10" cy="71755"/>
          </a:xfrm>
          <a:custGeom xmlns:a="http://schemas.openxmlformats.org/drawingml/2006/main">
            <a:pathLst>
              <a:path w="10" h="71755">
                <a:moveTo>
                  <a:pt x="0" y="717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D55E00"/>
            </a:solidFill>
            <a:prstDash val="solid"/>
            <a:round/>
          </a:ln>
        </p:spPr>
      </p:sp>
      <p:sp>
        <p:nvSpPr>
          <p:cNvPr id="490" name="element_0490_line">
            <a:extLst xmlns:a="http://schemas.openxmlformats.org/drawingml/2006/main">
              <a:ext uri="{FF2B5EF4-FFF2-40B4-BE49-F238E27FC236}">
                <a16:creationId xmlns:a16="http://schemas.microsoft.com/office/drawing/2014/main" id="{CC00D385-56ED-4604-A8A2-09F2F6D13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223" y="1876933"/>
            <a:ext cx="71755" cy="10"/>
          </a:xfrm>
          <a:custGeom xmlns:a="http://schemas.openxmlformats.org/drawingml/2006/main">
            <a:pathLst>
              <a:path w="71755" h="10">
                <a:moveTo>
                  <a:pt x="0" y="0"/>
                </a:moveTo>
                <a:lnTo>
                  <a:pt x="717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D55E00"/>
            </a:solidFill>
            <a:prstDash val="solid"/>
            <a:round/>
          </a:ln>
        </p:spPr>
      </p:sp>
      <p:sp>
        <p:nvSpPr>
          <p:cNvPr id="491" name="element_0491_line">
            <a:extLst xmlns:a="http://schemas.openxmlformats.org/drawingml/2006/main">
              <a:ext uri="{FF2B5EF4-FFF2-40B4-BE49-F238E27FC236}">
                <a16:creationId xmlns:a16="http://schemas.microsoft.com/office/drawing/2014/main" id="{3942B0E8-10E0-44A2-BBDD-EAFCEC0EC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6037" y="1841119"/>
            <a:ext cx="10" cy="71755"/>
          </a:xfrm>
          <a:custGeom xmlns:a="http://schemas.openxmlformats.org/drawingml/2006/main">
            <a:pathLst>
              <a:path w="10" h="71755">
                <a:moveTo>
                  <a:pt x="0" y="717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D55E00"/>
            </a:solidFill>
            <a:prstDash val="solid"/>
            <a:round/>
          </a:ln>
        </p:spPr>
      </p:sp>
      <p:sp>
        <p:nvSpPr>
          <p:cNvPr id="492" name="element_0492_line">
            <a:extLst xmlns:a="http://schemas.openxmlformats.org/drawingml/2006/main">
              <a:ext uri="{FF2B5EF4-FFF2-40B4-BE49-F238E27FC236}">
                <a16:creationId xmlns:a16="http://schemas.microsoft.com/office/drawing/2014/main" id="{6C51BA21-1732-4A3F-8D4E-1A558608D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4828" y="1904492"/>
            <a:ext cx="71755" cy="10"/>
          </a:xfrm>
          <a:custGeom xmlns:a="http://schemas.openxmlformats.org/drawingml/2006/main">
            <a:pathLst>
              <a:path w="71755" h="10">
                <a:moveTo>
                  <a:pt x="0" y="0"/>
                </a:moveTo>
                <a:lnTo>
                  <a:pt x="717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D55E00"/>
            </a:solidFill>
            <a:prstDash val="solid"/>
            <a:round/>
          </a:ln>
        </p:spPr>
      </p:sp>
      <p:sp>
        <p:nvSpPr>
          <p:cNvPr id="493" name="element_0493_line">
            <a:extLst xmlns:a="http://schemas.openxmlformats.org/drawingml/2006/main">
              <a:ext uri="{FF2B5EF4-FFF2-40B4-BE49-F238E27FC236}">
                <a16:creationId xmlns:a16="http://schemas.microsoft.com/office/drawing/2014/main" id="{40C9CAD9-11F1-4E30-B63C-59D03BAA4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0642" y="1868678"/>
            <a:ext cx="10" cy="71755"/>
          </a:xfrm>
          <a:custGeom xmlns:a="http://schemas.openxmlformats.org/drawingml/2006/main">
            <a:pathLst>
              <a:path w="10" h="71755">
                <a:moveTo>
                  <a:pt x="0" y="717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D55E00"/>
            </a:solidFill>
            <a:prstDash val="solid"/>
            <a:round/>
          </a:ln>
        </p:spPr>
      </p:sp>
      <p:sp>
        <p:nvSpPr>
          <p:cNvPr id="494" name="element_0494_line">
            <a:extLst xmlns:a="http://schemas.openxmlformats.org/drawingml/2006/main">
              <a:ext uri="{FF2B5EF4-FFF2-40B4-BE49-F238E27FC236}">
                <a16:creationId xmlns:a16="http://schemas.microsoft.com/office/drawing/2014/main" id="{3D6CA066-CD41-4739-B7DA-B9B9C0ADC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961515"/>
            <a:ext cx="71755" cy="10"/>
          </a:xfrm>
          <a:custGeom xmlns:a="http://schemas.openxmlformats.org/drawingml/2006/main">
            <a:pathLst>
              <a:path w="71755" h="10">
                <a:moveTo>
                  <a:pt x="0" y="0"/>
                </a:moveTo>
                <a:lnTo>
                  <a:pt x="717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D55E00"/>
            </a:solidFill>
            <a:prstDash val="solid"/>
            <a:round/>
          </a:ln>
        </p:spPr>
      </p:sp>
      <p:sp>
        <p:nvSpPr>
          <p:cNvPr id="495" name="element_0495_line">
            <a:extLst xmlns:a="http://schemas.openxmlformats.org/drawingml/2006/main">
              <a:ext uri="{FF2B5EF4-FFF2-40B4-BE49-F238E27FC236}">
                <a16:creationId xmlns:a16="http://schemas.microsoft.com/office/drawing/2014/main" id="{9890096D-A2BE-4C18-86A3-E72BA9796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6791" y="1925701"/>
            <a:ext cx="10" cy="71755"/>
          </a:xfrm>
          <a:custGeom xmlns:a="http://schemas.openxmlformats.org/drawingml/2006/main">
            <a:pathLst>
              <a:path w="10" h="71755">
                <a:moveTo>
                  <a:pt x="0" y="717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D55E00"/>
            </a:solidFill>
            <a:prstDash val="solid"/>
            <a:round/>
          </a:ln>
        </p:spPr>
      </p:sp>
      <p:sp>
        <p:nvSpPr>
          <p:cNvPr id="496" name="element_0496_line">
            <a:extLst xmlns:a="http://schemas.openxmlformats.org/drawingml/2006/main">
              <a:ext uri="{FF2B5EF4-FFF2-40B4-BE49-F238E27FC236}">
                <a16:creationId xmlns:a16="http://schemas.microsoft.com/office/drawing/2014/main" id="{F773EC32-1A84-4850-9417-FD390BEB5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8470" y="1976374"/>
            <a:ext cx="71755" cy="10"/>
          </a:xfrm>
          <a:custGeom xmlns:a="http://schemas.openxmlformats.org/drawingml/2006/main">
            <a:pathLst>
              <a:path w="71755" h="10">
                <a:moveTo>
                  <a:pt x="0" y="0"/>
                </a:moveTo>
                <a:lnTo>
                  <a:pt x="717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D55E00"/>
            </a:solidFill>
            <a:prstDash val="solid"/>
            <a:round/>
          </a:ln>
        </p:spPr>
      </p:sp>
      <p:sp>
        <p:nvSpPr>
          <p:cNvPr id="497" name="element_0497_line">
            <a:extLst xmlns:a="http://schemas.openxmlformats.org/drawingml/2006/main">
              <a:ext uri="{FF2B5EF4-FFF2-40B4-BE49-F238E27FC236}">
                <a16:creationId xmlns:a16="http://schemas.microsoft.com/office/drawing/2014/main" id="{B8DA4ED7-6F57-4868-9AB0-BDD1F7300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4284" y="1940560"/>
            <a:ext cx="10" cy="71755"/>
          </a:xfrm>
          <a:custGeom xmlns:a="http://schemas.openxmlformats.org/drawingml/2006/main">
            <a:pathLst>
              <a:path w="10" h="71755">
                <a:moveTo>
                  <a:pt x="0" y="717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D55E00"/>
            </a:solidFill>
            <a:prstDash val="solid"/>
            <a:round/>
          </a:ln>
        </p:spPr>
      </p:sp>
      <p:sp>
        <p:nvSpPr>
          <p:cNvPr id="498" name="element_0498_line">
            <a:extLst xmlns:a="http://schemas.openxmlformats.org/drawingml/2006/main">
              <a:ext uri="{FF2B5EF4-FFF2-40B4-BE49-F238E27FC236}">
                <a16:creationId xmlns:a16="http://schemas.microsoft.com/office/drawing/2014/main" id="{D89AB793-AFA4-436C-8300-86A156CB0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7822" y="2054352"/>
            <a:ext cx="71755" cy="10"/>
          </a:xfrm>
          <a:custGeom xmlns:a="http://schemas.openxmlformats.org/drawingml/2006/main">
            <a:pathLst>
              <a:path w="71755" h="10">
                <a:moveTo>
                  <a:pt x="0" y="0"/>
                </a:moveTo>
                <a:lnTo>
                  <a:pt x="717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D55E00"/>
            </a:solidFill>
            <a:prstDash val="solid"/>
            <a:round/>
          </a:ln>
        </p:spPr>
      </p:sp>
      <p:sp>
        <p:nvSpPr>
          <p:cNvPr id="499" name="element_0499_line">
            <a:extLst xmlns:a="http://schemas.openxmlformats.org/drawingml/2006/main">
              <a:ext uri="{FF2B5EF4-FFF2-40B4-BE49-F238E27FC236}">
                <a16:creationId xmlns:a16="http://schemas.microsoft.com/office/drawing/2014/main" id="{F0F50493-7F46-4A80-95BA-E1EF5F2E6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3763" y="2018411"/>
            <a:ext cx="10" cy="71755"/>
          </a:xfrm>
          <a:custGeom xmlns:a="http://schemas.openxmlformats.org/drawingml/2006/main">
            <a:pathLst>
              <a:path w="10" h="71755">
                <a:moveTo>
                  <a:pt x="0" y="717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D55E00"/>
            </a:solidFill>
            <a:prstDash val="solid"/>
            <a:round/>
          </a:ln>
        </p:spPr>
      </p:sp>
      <p:sp>
        <p:nvSpPr>
          <p:cNvPr id="500" name="element_0500_line">
            <a:extLst xmlns:a="http://schemas.openxmlformats.org/drawingml/2006/main">
              <a:ext uri="{FF2B5EF4-FFF2-40B4-BE49-F238E27FC236}">
                <a16:creationId xmlns:a16="http://schemas.microsoft.com/office/drawing/2014/main" id="{1B2A42E3-0916-4063-AD76-74AF50D98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9097" y="2054352"/>
            <a:ext cx="71755" cy="10"/>
          </a:xfrm>
          <a:custGeom xmlns:a="http://schemas.openxmlformats.org/drawingml/2006/main">
            <a:pathLst>
              <a:path w="71755" h="10">
                <a:moveTo>
                  <a:pt x="0" y="0"/>
                </a:moveTo>
                <a:lnTo>
                  <a:pt x="717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D55E00"/>
            </a:solidFill>
            <a:prstDash val="solid"/>
            <a:round/>
          </a:ln>
        </p:spPr>
      </p:sp>
      <p:sp>
        <p:nvSpPr>
          <p:cNvPr id="501" name="element_0501_line">
            <a:extLst xmlns:a="http://schemas.openxmlformats.org/drawingml/2006/main">
              <a:ext uri="{FF2B5EF4-FFF2-40B4-BE49-F238E27FC236}">
                <a16:creationId xmlns:a16="http://schemas.microsoft.com/office/drawing/2014/main" id="{EDC83796-AAD2-458E-B65A-0C0356093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911" y="2018411"/>
            <a:ext cx="10" cy="71755"/>
          </a:xfrm>
          <a:custGeom xmlns:a="http://schemas.openxmlformats.org/drawingml/2006/main">
            <a:pathLst>
              <a:path w="10" h="71755">
                <a:moveTo>
                  <a:pt x="0" y="717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D55E00"/>
            </a:solidFill>
            <a:prstDash val="solid"/>
            <a:round/>
          </a:ln>
        </p:spPr>
      </p:sp>
      <p:sp>
        <p:nvSpPr>
          <p:cNvPr id="502" name="element_0502_line">
            <a:extLst xmlns:a="http://schemas.openxmlformats.org/drawingml/2006/main">
              <a:ext uri="{FF2B5EF4-FFF2-40B4-BE49-F238E27FC236}">
                <a16:creationId xmlns:a16="http://schemas.microsoft.com/office/drawing/2014/main" id="{76DCA19B-2ACA-46A4-9374-35A36403C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9130" y="2072132"/>
            <a:ext cx="71755" cy="10"/>
          </a:xfrm>
          <a:custGeom xmlns:a="http://schemas.openxmlformats.org/drawingml/2006/main">
            <a:pathLst>
              <a:path w="71755" h="10">
                <a:moveTo>
                  <a:pt x="0" y="0"/>
                </a:moveTo>
                <a:lnTo>
                  <a:pt x="717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D55E00"/>
            </a:solidFill>
            <a:prstDash val="solid"/>
            <a:round/>
          </a:ln>
        </p:spPr>
      </p:sp>
      <p:sp>
        <p:nvSpPr>
          <p:cNvPr id="503" name="element_0503_line">
            <a:extLst xmlns:a="http://schemas.openxmlformats.org/drawingml/2006/main">
              <a:ext uri="{FF2B5EF4-FFF2-40B4-BE49-F238E27FC236}">
                <a16:creationId xmlns:a16="http://schemas.microsoft.com/office/drawing/2014/main" id="{1BA137D6-F240-460B-A697-0C9B2ACEC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5071" y="2036318"/>
            <a:ext cx="10" cy="71628"/>
          </a:xfrm>
          <a:custGeom xmlns:a="http://schemas.openxmlformats.org/drawingml/2006/main">
            <a:pathLst>
              <a:path w="10" h="71628">
                <a:moveTo>
                  <a:pt x="0" y="7162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D55E00"/>
            </a:solidFill>
            <a:prstDash val="solid"/>
            <a:round/>
          </a:ln>
        </p:spPr>
      </p:sp>
      <p:sp>
        <p:nvSpPr>
          <p:cNvPr id="504" name="element_0504_line">
            <a:extLst xmlns:a="http://schemas.openxmlformats.org/drawingml/2006/main">
              <a:ext uri="{FF2B5EF4-FFF2-40B4-BE49-F238E27FC236}">
                <a16:creationId xmlns:a16="http://schemas.microsoft.com/office/drawing/2014/main" id="{BCB19281-5B94-41BD-8827-CBE5EE2AE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5020" y="2072132"/>
            <a:ext cx="71755" cy="10"/>
          </a:xfrm>
          <a:custGeom xmlns:a="http://schemas.openxmlformats.org/drawingml/2006/main">
            <a:pathLst>
              <a:path w="71755" h="10">
                <a:moveTo>
                  <a:pt x="0" y="0"/>
                </a:moveTo>
                <a:lnTo>
                  <a:pt x="717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D55E00"/>
            </a:solidFill>
            <a:prstDash val="solid"/>
            <a:round/>
          </a:ln>
        </p:spPr>
      </p:sp>
      <p:sp>
        <p:nvSpPr>
          <p:cNvPr id="505" name="element_0505_line">
            <a:extLst xmlns:a="http://schemas.openxmlformats.org/drawingml/2006/main">
              <a:ext uri="{FF2B5EF4-FFF2-40B4-BE49-F238E27FC236}">
                <a16:creationId xmlns:a16="http://schemas.microsoft.com/office/drawing/2014/main" id="{EA24A768-9977-4956-B256-C47CAEFFB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0834" y="2036318"/>
            <a:ext cx="10" cy="71628"/>
          </a:xfrm>
          <a:custGeom xmlns:a="http://schemas.openxmlformats.org/drawingml/2006/main">
            <a:pathLst>
              <a:path w="10" h="71628">
                <a:moveTo>
                  <a:pt x="0" y="7162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D55E00"/>
            </a:solidFill>
            <a:prstDash val="solid"/>
            <a:round/>
          </a:ln>
        </p:spPr>
      </p:sp>
      <p:sp>
        <p:nvSpPr>
          <p:cNvPr id="506" name="element_0506_line">
            <a:extLst xmlns:a="http://schemas.openxmlformats.org/drawingml/2006/main">
              <a:ext uri="{FF2B5EF4-FFF2-40B4-BE49-F238E27FC236}">
                <a16:creationId xmlns:a16="http://schemas.microsoft.com/office/drawing/2014/main" id="{FB7303C2-77CC-4210-A0B1-5B8520FA0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7961" y="2072132"/>
            <a:ext cx="71755" cy="10"/>
          </a:xfrm>
          <a:custGeom xmlns:a="http://schemas.openxmlformats.org/drawingml/2006/main">
            <a:pathLst>
              <a:path w="71755" h="10">
                <a:moveTo>
                  <a:pt x="0" y="0"/>
                </a:moveTo>
                <a:lnTo>
                  <a:pt x="717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D55E00"/>
            </a:solidFill>
            <a:prstDash val="solid"/>
            <a:round/>
          </a:ln>
        </p:spPr>
      </p:sp>
      <p:sp>
        <p:nvSpPr>
          <p:cNvPr id="507" name="element_0507_line">
            <a:extLst xmlns:a="http://schemas.openxmlformats.org/drawingml/2006/main">
              <a:ext uri="{FF2B5EF4-FFF2-40B4-BE49-F238E27FC236}">
                <a16:creationId xmlns:a16="http://schemas.microsoft.com/office/drawing/2014/main" id="{4B524D41-8F8F-4805-9180-772D30E2D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902" y="2036318"/>
            <a:ext cx="10" cy="71628"/>
          </a:xfrm>
          <a:custGeom xmlns:a="http://schemas.openxmlformats.org/drawingml/2006/main">
            <a:pathLst>
              <a:path w="10" h="71628">
                <a:moveTo>
                  <a:pt x="0" y="7162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D55E00"/>
            </a:solidFill>
            <a:prstDash val="solid"/>
            <a:round/>
          </a:ln>
        </p:spPr>
      </p:sp>
      <p:sp>
        <p:nvSpPr>
          <p:cNvPr id="508" name="element_0508_line">
            <a:extLst xmlns:a="http://schemas.openxmlformats.org/drawingml/2006/main">
              <a:ext uri="{FF2B5EF4-FFF2-40B4-BE49-F238E27FC236}">
                <a16:creationId xmlns:a16="http://schemas.microsoft.com/office/drawing/2014/main" id="{B51A6903-0BDC-4A4F-9424-7755AAE3C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2898" y="2141601"/>
            <a:ext cx="71755" cy="10"/>
          </a:xfrm>
          <a:custGeom xmlns:a="http://schemas.openxmlformats.org/drawingml/2006/main">
            <a:pathLst>
              <a:path w="71755" h="10">
                <a:moveTo>
                  <a:pt x="0" y="0"/>
                </a:moveTo>
                <a:lnTo>
                  <a:pt x="717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D55E00"/>
            </a:solidFill>
            <a:prstDash val="solid"/>
            <a:round/>
          </a:ln>
        </p:spPr>
      </p:sp>
      <p:sp>
        <p:nvSpPr>
          <p:cNvPr id="509" name="element_0509_line">
            <a:extLst xmlns:a="http://schemas.openxmlformats.org/drawingml/2006/main">
              <a:ext uri="{FF2B5EF4-FFF2-40B4-BE49-F238E27FC236}">
                <a16:creationId xmlns:a16="http://schemas.microsoft.com/office/drawing/2014/main" id="{FC3D0B4D-4262-4E97-A739-06C28F9E0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8712" y="2105660"/>
            <a:ext cx="10" cy="71755"/>
          </a:xfrm>
          <a:custGeom xmlns:a="http://schemas.openxmlformats.org/drawingml/2006/main">
            <a:pathLst>
              <a:path w="10" h="71755">
                <a:moveTo>
                  <a:pt x="0" y="717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D55E00"/>
            </a:solidFill>
            <a:prstDash val="solid"/>
            <a:round/>
          </a:ln>
        </p:spPr>
      </p:sp>
      <p:sp>
        <p:nvSpPr>
          <p:cNvPr id="510" name="element_0510_line">
            <a:extLst xmlns:a="http://schemas.openxmlformats.org/drawingml/2006/main">
              <a:ext uri="{FF2B5EF4-FFF2-40B4-BE49-F238E27FC236}">
                <a16:creationId xmlns:a16="http://schemas.microsoft.com/office/drawing/2014/main" id="{77F6F616-D7AA-484E-A058-297E74BE1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8097" y="2168525"/>
            <a:ext cx="71755" cy="10"/>
          </a:xfrm>
          <a:custGeom xmlns:a="http://schemas.openxmlformats.org/drawingml/2006/main">
            <a:pathLst>
              <a:path w="71755" h="10">
                <a:moveTo>
                  <a:pt x="0" y="0"/>
                </a:moveTo>
                <a:lnTo>
                  <a:pt x="717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D55E00"/>
            </a:solidFill>
            <a:prstDash val="solid"/>
            <a:round/>
          </a:ln>
        </p:spPr>
      </p:sp>
      <p:sp>
        <p:nvSpPr>
          <p:cNvPr id="511" name="element_0511_line">
            <a:extLst xmlns:a="http://schemas.openxmlformats.org/drawingml/2006/main">
              <a:ext uri="{FF2B5EF4-FFF2-40B4-BE49-F238E27FC236}">
                <a16:creationId xmlns:a16="http://schemas.microsoft.com/office/drawing/2014/main" id="{2F6B5222-7891-420F-919E-A5E9786F2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3911" y="2132711"/>
            <a:ext cx="10" cy="71755"/>
          </a:xfrm>
          <a:custGeom xmlns:a="http://schemas.openxmlformats.org/drawingml/2006/main">
            <a:pathLst>
              <a:path w="10" h="71755">
                <a:moveTo>
                  <a:pt x="0" y="717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D55E00"/>
            </a:solidFill>
            <a:prstDash val="solid"/>
            <a:round/>
          </a:ln>
        </p:spPr>
      </p:sp>
      <p:sp>
        <p:nvSpPr>
          <p:cNvPr id="512" name="element_0512_text_P">
            <a:extLst xmlns:a="http://schemas.openxmlformats.org/drawingml/2006/main">
              <a:ext uri="{FF2B5EF4-FFF2-40B4-BE49-F238E27FC236}">
                <a16:creationId xmlns:a16="http://schemas.microsoft.com/office/drawing/2014/main" id="{9B1936A2-6904-496D-B8BB-0028AEBA5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80813" y="1830143"/>
            <a:ext cx="68485" cy="1265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797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97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97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</a:t>
            </a:r>
          </a:p>
        </p:txBody>
      </p:sp>
      <p:sp>
        <p:nvSpPr>
          <p:cNvPr id="513" name="element_0513_text_log-rank">
            <a:extLst xmlns:a="http://schemas.openxmlformats.org/drawingml/2006/main">
              <a:ext uri="{FF2B5EF4-FFF2-40B4-BE49-F238E27FC236}">
                <a16:creationId xmlns:a16="http://schemas.microsoft.com/office/drawing/2014/main" id="{C737519C-9420-49A5-B8A5-F79599DC6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59045" y="1880845"/>
            <a:ext cx="256889" cy="885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55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55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55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log-rank</a:t>
            </a:r>
          </a:p>
        </p:txBody>
      </p:sp>
      <p:sp>
        <p:nvSpPr>
          <p:cNvPr id="514" name="element_0514_text_&lt;">
            <a:extLst xmlns:a="http://schemas.openxmlformats.org/drawingml/2006/main">
              <a:ext uri="{FF2B5EF4-FFF2-40B4-BE49-F238E27FC236}">
                <a16:creationId xmlns:a16="http://schemas.microsoft.com/office/drawing/2014/main" id="{E90B5967-FB2B-42E6-BBDE-621D52381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7810" y="1844871"/>
            <a:ext cx="56483" cy="1265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797" b="0" i="0">
                <a:solidFill>
                  <a:srgbClr val="000000"/>
                </a:solidFill>
                <a:latin typeface="Symbol"/>
                <a:ea typeface="Symbol"/>
                <a:cs typeface="Symbol"/>
              </a:defRPr>
            </a:defPPr>
          </a:lstStyle>
          <a:p xmlns:a="http://schemas.openxmlformats.org/drawingml/2006/main">
            <a:pPr algn="l">
              <a:defRPr sz="797" b="0" i="0">
                <a:solidFill>
                  <a:srgbClr val="000000"/>
                </a:solidFill>
                <a:latin typeface="Symbol"/>
                <a:ea typeface="Symbol"/>
                <a:cs typeface="Symbol"/>
              </a:defRPr>
            </a:pPr>
            <a:r>
              <a:rPr sz="797" b="0" i="0">
                <a:solidFill>
                  <a:srgbClr val="000000"/>
                </a:solidFill>
                <a:latin typeface="Symbol"/>
                <a:ea typeface="Symbol"/>
                <a:cs typeface="Symbol"/>
              </a:rPr>
              <a:t>&lt;</a:t>
            </a:r>
          </a:p>
        </p:txBody>
      </p:sp>
      <p:sp>
        <p:nvSpPr>
          <p:cNvPr id="515" name="element_0515_text_0.001">
            <a:extLst xmlns:a="http://schemas.openxmlformats.org/drawingml/2006/main">
              <a:ext uri="{FF2B5EF4-FFF2-40B4-BE49-F238E27FC236}">
                <a16:creationId xmlns:a16="http://schemas.microsoft.com/office/drawing/2014/main" id="{522C8437-8B7E-4697-97F7-C0E1A6748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16550" y="1830143"/>
            <a:ext cx="254222" cy="1265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79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9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9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0.001</a:t>
            </a:r>
          </a:p>
        </p:txBody>
      </p:sp>
      <p:sp>
        <p:nvSpPr>
          <p:cNvPr id="516" name="element_0516_text_High vs Low: HR 2.93 (2.30–3.73)">
            <a:extLst xmlns:a="http://schemas.openxmlformats.org/drawingml/2006/main">
              <a:ext uri="{FF2B5EF4-FFF2-40B4-BE49-F238E27FC236}">
                <a16:creationId xmlns:a16="http://schemas.microsoft.com/office/drawing/2014/main" id="{DBA8C090-8E37-4397-98FF-BE93C8EAD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80813" y="1998898"/>
            <a:ext cx="1442466" cy="119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75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5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5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High vs Low: HR 2.93 (2.30–3.73)</a:t>
            </a:r>
          </a:p>
        </p:txBody>
      </p:sp>
      <p:sp>
        <p:nvSpPr>
          <p:cNvPr id="517" name="element_0517_polyline">
            <a:extLst xmlns:a="http://schemas.openxmlformats.org/drawingml/2006/main">
              <a:ext uri="{FF2B5EF4-FFF2-40B4-BE49-F238E27FC236}">
                <a16:creationId xmlns:a16="http://schemas.microsoft.com/office/drawing/2014/main" id="{8C065C3E-FB28-4F8B-9F39-F4ED78F98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4824" y="582549"/>
            <a:ext cx="10" cy="1803019"/>
          </a:xfrm>
          <a:custGeom xmlns:a="http://schemas.openxmlformats.org/drawingml/2006/main">
            <a:pathLst>
              <a:path w="10" h="1803019">
                <a:moveTo>
                  <a:pt x="0" y="180301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 cap="rnd">
            <a:solidFill>
              <a:srgbClr val="000000"/>
            </a:solidFill>
            <a:prstDash val="solid"/>
            <a:round/>
          </a:ln>
        </p:spPr>
      </p:sp>
      <p:sp>
        <p:nvSpPr>
          <p:cNvPr id="518" name="element_0518_text_0.00">
            <a:extLst xmlns:a="http://schemas.openxmlformats.org/drawingml/2006/main">
              <a:ext uri="{FF2B5EF4-FFF2-40B4-BE49-F238E27FC236}">
                <a16:creationId xmlns:a16="http://schemas.microsoft.com/office/drawing/2014/main" id="{04527C41-EBE8-454F-A8FE-759F297E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54125" y="2237368"/>
            <a:ext cx="210979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8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0.00</a:t>
            </a:r>
          </a:p>
        </p:txBody>
      </p:sp>
      <p:sp>
        <p:nvSpPr>
          <p:cNvPr id="519" name="element_0519_text_0.25">
            <a:extLst xmlns:a="http://schemas.openxmlformats.org/drawingml/2006/main">
              <a:ext uri="{FF2B5EF4-FFF2-40B4-BE49-F238E27FC236}">
                <a16:creationId xmlns:a16="http://schemas.microsoft.com/office/drawing/2014/main" id="{E700EE50-DD99-4E2A-BC39-420663C7D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54125" y="1827666"/>
            <a:ext cx="210979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8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0.25</a:t>
            </a:r>
          </a:p>
        </p:txBody>
      </p:sp>
      <p:sp>
        <p:nvSpPr>
          <p:cNvPr id="520" name="element_0520_text_0.50">
            <a:extLst xmlns:a="http://schemas.openxmlformats.org/drawingml/2006/main">
              <a:ext uri="{FF2B5EF4-FFF2-40B4-BE49-F238E27FC236}">
                <a16:creationId xmlns:a16="http://schemas.microsoft.com/office/drawing/2014/main" id="{99AF1C46-21C3-4587-96FA-EF1A388AB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54125" y="1417837"/>
            <a:ext cx="210979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8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0.50</a:t>
            </a:r>
          </a:p>
        </p:txBody>
      </p:sp>
      <p:sp>
        <p:nvSpPr>
          <p:cNvPr id="521" name="element_0521_text_0.75">
            <a:extLst xmlns:a="http://schemas.openxmlformats.org/drawingml/2006/main">
              <a:ext uri="{FF2B5EF4-FFF2-40B4-BE49-F238E27FC236}">
                <a16:creationId xmlns:a16="http://schemas.microsoft.com/office/drawing/2014/main" id="{A619BA49-6107-4CD4-895A-13C4D9E8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54125" y="1008008"/>
            <a:ext cx="210979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8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0.75</a:t>
            </a:r>
          </a:p>
        </p:txBody>
      </p:sp>
      <p:sp>
        <p:nvSpPr>
          <p:cNvPr id="522" name="element_0522_text_1.00">
            <a:extLst xmlns:a="http://schemas.openxmlformats.org/drawingml/2006/main">
              <a:ext uri="{FF2B5EF4-FFF2-40B4-BE49-F238E27FC236}">
                <a16:creationId xmlns:a16="http://schemas.microsoft.com/office/drawing/2014/main" id="{2F5E696E-B56F-48BA-835E-CFC8C543C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54125" y="598306"/>
            <a:ext cx="210979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8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1.00</a:t>
            </a:r>
          </a:p>
        </p:txBody>
      </p:sp>
      <p:sp>
        <p:nvSpPr>
          <p:cNvPr id="523" name="element_0523_polyline">
            <a:extLst xmlns:a="http://schemas.openxmlformats.org/drawingml/2006/main">
              <a:ext uri="{FF2B5EF4-FFF2-40B4-BE49-F238E27FC236}">
                <a16:creationId xmlns:a16="http://schemas.microsoft.com/office/drawing/2014/main" id="{6BCC32A8-CDE2-4B36-BCEF-A47F36EFA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4824" y="2303653"/>
            <a:ext cx="53975" cy="10"/>
          </a:xfrm>
          <a:custGeom xmlns:a="http://schemas.openxmlformats.org/drawingml/2006/main">
            <a:pathLst>
              <a:path w="53975" h="10">
                <a:moveTo>
                  <a:pt x="539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 cap="rnd">
            <a:solidFill>
              <a:srgbClr val="000000"/>
            </a:solidFill>
            <a:prstDash val="solid"/>
            <a:round/>
          </a:ln>
        </p:spPr>
      </p:sp>
      <p:sp>
        <p:nvSpPr>
          <p:cNvPr id="524" name="element_0524_polyline">
            <a:extLst xmlns:a="http://schemas.openxmlformats.org/drawingml/2006/main">
              <a:ext uri="{FF2B5EF4-FFF2-40B4-BE49-F238E27FC236}">
                <a16:creationId xmlns:a16="http://schemas.microsoft.com/office/drawing/2014/main" id="{E266B88E-3E4D-4EBF-B8C9-52C509DE3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4824" y="1893824"/>
            <a:ext cx="53975" cy="10"/>
          </a:xfrm>
          <a:custGeom xmlns:a="http://schemas.openxmlformats.org/drawingml/2006/main">
            <a:pathLst>
              <a:path w="53975" h="10">
                <a:moveTo>
                  <a:pt x="539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 cap="rnd">
            <a:solidFill>
              <a:srgbClr val="000000"/>
            </a:solidFill>
            <a:prstDash val="solid"/>
            <a:round/>
          </a:ln>
        </p:spPr>
      </p:sp>
      <p:sp>
        <p:nvSpPr>
          <p:cNvPr id="525" name="element_0525_polyline">
            <a:extLst xmlns:a="http://schemas.openxmlformats.org/drawingml/2006/main">
              <a:ext uri="{FF2B5EF4-FFF2-40B4-BE49-F238E27FC236}">
                <a16:creationId xmlns:a16="http://schemas.microsoft.com/office/drawing/2014/main" id="{B1CDF6CB-085C-4E88-9AC0-B74D03DEE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4824" y="1483995"/>
            <a:ext cx="53975" cy="10"/>
          </a:xfrm>
          <a:custGeom xmlns:a="http://schemas.openxmlformats.org/drawingml/2006/main">
            <a:pathLst>
              <a:path w="53975" h="10">
                <a:moveTo>
                  <a:pt x="539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 cap="rnd">
            <a:solidFill>
              <a:srgbClr val="000000"/>
            </a:solidFill>
            <a:prstDash val="solid"/>
            <a:round/>
          </a:ln>
        </p:spPr>
      </p:sp>
      <p:sp>
        <p:nvSpPr>
          <p:cNvPr id="526" name="element_0526_polyline">
            <a:extLst xmlns:a="http://schemas.openxmlformats.org/drawingml/2006/main">
              <a:ext uri="{FF2B5EF4-FFF2-40B4-BE49-F238E27FC236}">
                <a16:creationId xmlns:a16="http://schemas.microsoft.com/office/drawing/2014/main" id="{0154F402-FF44-4B5D-AA4C-3DC178D15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4824" y="1074293"/>
            <a:ext cx="53975" cy="10"/>
          </a:xfrm>
          <a:custGeom xmlns:a="http://schemas.openxmlformats.org/drawingml/2006/main">
            <a:pathLst>
              <a:path w="53975" h="10">
                <a:moveTo>
                  <a:pt x="539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 cap="rnd">
            <a:solidFill>
              <a:srgbClr val="000000"/>
            </a:solidFill>
            <a:prstDash val="solid"/>
            <a:round/>
          </a:ln>
        </p:spPr>
      </p:sp>
      <p:sp>
        <p:nvSpPr>
          <p:cNvPr id="527" name="element_0527_polyline">
            <a:extLst xmlns:a="http://schemas.openxmlformats.org/drawingml/2006/main">
              <a:ext uri="{FF2B5EF4-FFF2-40B4-BE49-F238E27FC236}">
                <a16:creationId xmlns:a16="http://schemas.microsoft.com/office/drawing/2014/main" id="{A18EF909-C144-4936-8AC8-251A53618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4824" y="664464"/>
            <a:ext cx="53975" cy="10"/>
          </a:xfrm>
          <a:custGeom xmlns:a="http://schemas.openxmlformats.org/drawingml/2006/main">
            <a:pathLst>
              <a:path w="53975" h="10">
                <a:moveTo>
                  <a:pt x="539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 cap="rnd">
            <a:solidFill>
              <a:srgbClr val="000000"/>
            </a:solidFill>
            <a:prstDash val="solid"/>
            <a:round/>
          </a:ln>
        </p:spPr>
      </p:sp>
      <p:sp>
        <p:nvSpPr>
          <p:cNvPr id="528" name="element_0528_polyline">
            <a:extLst xmlns:a="http://schemas.openxmlformats.org/drawingml/2006/main">
              <a:ext uri="{FF2B5EF4-FFF2-40B4-BE49-F238E27FC236}">
                <a16:creationId xmlns:a16="http://schemas.microsoft.com/office/drawing/2014/main" id="{29F48010-766D-4527-B991-AFB3EB198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4824" y="2385568"/>
            <a:ext cx="3199638" cy="10"/>
          </a:xfrm>
          <a:custGeom xmlns:a="http://schemas.openxmlformats.org/drawingml/2006/main">
            <a:pathLst>
              <a:path w="3199638" h="10">
                <a:moveTo>
                  <a:pt x="0" y="0"/>
                </a:moveTo>
                <a:lnTo>
                  <a:pt x="3199638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 cap="rnd">
            <a:solidFill>
              <a:srgbClr val="000000"/>
            </a:solidFill>
            <a:prstDash val="solid"/>
            <a:round/>
          </a:ln>
        </p:spPr>
      </p:sp>
      <p:sp>
        <p:nvSpPr>
          <p:cNvPr id="529" name="element_0529_text_Overall survival probability">
            <a:extLst xmlns:a="http://schemas.openxmlformats.org/drawingml/2006/main">
              <a:ext uri="{FF2B5EF4-FFF2-40B4-BE49-F238E27FC236}">
                <a16:creationId xmlns:a16="http://schemas.microsoft.com/office/drawing/2014/main" id="{A65655B3-71D6-4512-A95C-1D140AE83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3794425" y="1412081"/>
            <a:ext cx="1334929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Overall survival probability</a:t>
            </a:r>
          </a:p>
        </p:txBody>
      </p:sp>
      <p:sp>
        <p:nvSpPr>
          <p:cNvPr id="530" name="element_0530_rect">
            <a:extLst xmlns:a="http://schemas.openxmlformats.org/drawingml/2006/main">
              <a:ext uri="{FF2B5EF4-FFF2-40B4-BE49-F238E27FC236}">
                <a16:creationId xmlns:a16="http://schemas.microsoft.com/office/drawing/2014/main" id="{84566C49-19E2-4C8C-A0B4-11C23AB2E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4469" y="636651"/>
            <a:ext cx="895985" cy="2218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049" cap="rnd">
            <a:noFill/>
            <a:prstDash val="solid"/>
            <a:round/>
          </a:ln>
        </p:spPr>
      </p:sp>
      <p:sp>
        <p:nvSpPr>
          <p:cNvPr id="531" name="element_0531_rect">
            <a:extLst xmlns:a="http://schemas.openxmlformats.org/drawingml/2006/main">
              <a:ext uri="{FF2B5EF4-FFF2-40B4-BE49-F238E27FC236}">
                <a16:creationId xmlns:a16="http://schemas.microsoft.com/office/drawing/2014/main" id="{9EF15A89-3A7B-4177-8F5B-70B3B126E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1492" y="693547"/>
            <a:ext cx="107950" cy="10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049" cap="rnd">
            <a:noFill/>
            <a:prstDash val="solid"/>
            <a:round/>
          </a:ln>
        </p:spPr>
      </p:sp>
      <p:sp>
        <p:nvSpPr>
          <p:cNvPr id="532" name="element_0532_line">
            <a:extLst xmlns:a="http://schemas.openxmlformats.org/drawingml/2006/main">
              <a:ext uri="{FF2B5EF4-FFF2-40B4-BE49-F238E27FC236}">
                <a16:creationId xmlns:a16="http://schemas.microsoft.com/office/drawing/2014/main" id="{8CBFD1E1-4A34-4854-B3EC-1AA843C79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2287" y="747522"/>
            <a:ext cx="86360" cy="10"/>
          </a:xfrm>
          <a:custGeom xmlns:a="http://schemas.openxmlformats.org/drawingml/2006/main">
            <a:pathLst>
              <a:path w="86360" h="10">
                <a:moveTo>
                  <a:pt x="0" y="0"/>
                </a:moveTo>
                <a:lnTo>
                  <a:pt x="863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051" cap="rnd">
            <a:solidFill>
              <a:srgbClr val="0072B2"/>
            </a:solidFill>
            <a:prstDash val="solid"/>
            <a:round/>
          </a:ln>
        </p:spPr>
      </p:sp>
      <p:sp>
        <p:nvSpPr>
          <p:cNvPr id="533" name="element_0533_rect">
            <a:extLst xmlns:a="http://schemas.openxmlformats.org/drawingml/2006/main">
              <a:ext uri="{FF2B5EF4-FFF2-40B4-BE49-F238E27FC236}">
                <a16:creationId xmlns:a16="http://schemas.microsoft.com/office/drawing/2014/main" id="{5F3BB133-1016-47D9-83D0-A479A5CA5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8731" y="700913"/>
            <a:ext cx="93218" cy="932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B2">
              <a:alpha val="16000"/>
            </a:srgbClr>
          </a:solidFill>
          <a:ln xmlns:a="http://schemas.openxmlformats.org/drawingml/2006/main" w="11049" cap="rnd">
            <a:noFill/>
            <a:prstDash val="solid"/>
            <a:round/>
          </a:ln>
        </p:spPr>
      </p:sp>
      <p:sp>
        <p:nvSpPr>
          <p:cNvPr id="534" name="element_0534_line">
            <a:extLst xmlns:a="http://schemas.openxmlformats.org/drawingml/2006/main">
              <a:ext uri="{FF2B5EF4-FFF2-40B4-BE49-F238E27FC236}">
                <a16:creationId xmlns:a16="http://schemas.microsoft.com/office/drawing/2014/main" id="{F85DBB05-E670-409A-8DAC-38972E2DF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9526" y="747522"/>
            <a:ext cx="71755" cy="10"/>
          </a:xfrm>
          <a:custGeom xmlns:a="http://schemas.openxmlformats.org/drawingml/2006/main">
            <a:pathLst>
              <a:path w="71755" h="10">
                <a:moveTo>
                  <a:pt x="0" y="0"/>
                </a:moveTo>
                <a:lnTo>
                  <a:pt x="717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535" name="element_0535_line">
            <a:extLst xmlns:a="http://schemas.openxmlformats.org/drawingml/2006/main">
              <a:ext uri="{FF2B5EF4-FFF2-40B4-BE49-F238E27FC236}">
                <a16:creationId xmlns:a16="http://schemas.microsoft.com/office/drawing/2014/main" id="{FED0DB0B-1969-4E28-B9E7-1192B3B0D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5467" y="711708"/>
            <a:ext cx="10" cy="71755"/>
          </a:xfrm>
          <a:custGeom xmlns:a="http://schemas.openxmlformats.org/drawingml/2006/main">
            <a:pathLst>
              <a:path w="10" h="71755">
                <a:moveTo>
                  <a:pt x="0" y="717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536" name="element_0536_rect">
            <a:extLst xmlns:a="http://schemas.openxmlformats.org/drawingml/2006/main">
              <a:ext uri="{FF2B5EF4-FFF2-40B4-BE49-F238E27FC236}">
                <a16:creationId xmlns:a16="http://schemas.microsoft.com/office/drawing/2014/main" id="{9E476678-504E-4ABB-B463-4FC961E91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9670" y="693547"/>
            <a:ext cx="107950" cy="10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049" cap="rnd">
            <a:noFill/>
            <a:prstDash val="solid"/>
            <a:round/>
          </a:ln>
        </p:spPr>
      </p:sp>
      <p:sp>
        <p:nvSpPr>
          <p:cNvPr id="537" name="element_0537_line">
            <a:extLst xmlns:a="http://schemas.openxmlformats.org/drawingml/2006/main">
              <a:ext uri="{FF2B5EF4-FFF2-40B4-BE49-F238E27FC236}">
                <a16:creationId xmlns:a16="http://schemas.microsoft.com/office/drawing/2014/main" id="{392F74B9-E94C-4440-AAAD-5CE134934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0465" y="747522"/>
            <a:ext cx="86360" cy="10"/>
          </a:xfrm>
          <a:custGeom xmlns:a="http://schemas.openxmlformats.org/drawingml/2006/main">
            <a:pathLst>
              <a:path w="86360" h="10">
                <a:moveTo>
                  <a:pt x="0" y="0"/>
                </a:moveTo>
                <a:lnTo>
                  <a:pt x="863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051" cap="rnd">
            <a:solidFill>
              <a:srgbClr val="D55E00"/>
            </a:solidFill>
            <a:prstDash val="solid"/>
            <a:round/>
          </a:ln>
        </p:spPr>
      </p:sp>
      <p:sp>
        <p:nvSpPr>
          <p:cNvPr id="538" name="element_0538_rect">
            <a:extLst xmlns:a="http://schemas.openxmlformats.org/drawingml/2006/main">
              <a:ext uri="{FF2B5EF4-FFF2-40B4-BE49-F238E27FC236}">
                <a16:creationId xmlns:a16="http://schemas.microsoft.com/office/drawing/2014/main" id="{A3F1C1D4-70EF-4515-9CA3-CA23ABF87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7036" y="700913"/>
            <a:ext cx="93218" cy="932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>
              <a:alpha val="16000"/>
            </a:srgbClr>
          </a:solidFill>
          <a:ln xmlns:a="http://schemas.openxmlformats.org/drawingml/2006/main" w="11049" cap="rnd">
            <a:noFill/>
            <a:prstDash val="solid"/>
            <a:round/>
          </a:ln>
        </p:spPr>
      </p:sp>
      <p:sp>
        <p:nvSpPr>
          <p:cNvPr id="539" name="element_0539_line">
            <a:extLst xmlns:a="http://schemas.openxmlformats.org/drawingml/2006/main">
              <a:ext uri="{FF2B5EF4-FFF2-40B4-BE49-F238E27FC236}">
                <a16:creationId xmlns:a16="http://schemas.microsoft.com/office/drawing/2014/main" id="{32F48542-D708-45B5-8B46-1586B0C21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7831" y="747522"/>
            <a:ext cx="71755" cy="10"/>
          </a:xfrm>
          <a:custGeom xmlns:a="http://schemas.openxmlformats.org/drawingml/2006/main">
            <a:pathLst>
              <a:path w="71755" h="10">
                <a:moveTo>
                  <a:pt x="0" y="0"/>
                </a:moveTo>
                <a:lnTo>
                  <a:pt x="717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D55E00"/>
            </a:solidFill>
            <a:prstDash val="solid"/>
            <a:round/>
          </a:ln>
        </p:spPr>
      </p:sp>
      <p:sp>
        <p:nvSpPr>
          <p:cNvPr id="540" name="element_0540_line">
            <a:extLst xmlns:a="http://schemas.openxmlformats.org/drawingml/2006/main">
              <a:ext uri="{FF2B5EF4-FFF2-40B4-BE49-F238E27FC236}">
                <a16:creationId xmlns:a16="http://schemas.microsoft.com/office/drawing/2014/main" id="{3EF69FE0-E924-4BBE-A61B-F2F696BE6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3645" y="711708"/>
            <a:ext cx="10" cy="71755"/>
          </a:xfrm>
          <a:custGeom xmlns:a="http://schemas.openxmlformats.org/drawingml/2006/main">
            <a:pathLst>
              <a:path w="10" h="71755">
                <a:moveTo>
                  <a:pt x="0" y="717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366" cap="rnd">
            <a:solidFill>
              <a:srgbClr val="D55E00"/>
            </a:solidFill>
            <a:prstDash val="solid"/>
            <a:round/>
          </a:ln>
        </p:spPr>
      </p:sp>
      <p:sp>
        <p:nvSpPr>
          <p:cNvPr id="541" name="element_0541_text_Low">
            <a:extLst xmlns:a="http://schemas.openxmlformats.org/drawingml/2006/main">
              <a:ext uri="{FF2B5EF4-FFF2-40B4-BE49-F238E27FC236}">
                <a16:creationId xmlns:a16="http://schemas.microsoft.com/office/drawing/2014/main" id="{9313795C-FD59-4164-8E1F-1F6FB2321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76338" y="685248"/>
            <a:ext cx="18716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8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Low</a:t>
            </a:r>
          </a:p>
        </p:txBody>
      </p:sp>
      <p:sp>
        <p:nvSpPr>
          <p:cNvPr id="542" name="element_0542_text_High">
            <a:extLst xmlns:a="http://schemas.openxmlformats.org/drawingml/2006/main">
              <a:ext uri="{FF2B5EF4-FFF2-40B4-BE49-F238E27FC236}">
                <a16:creationId xmlns:a16="http://schemas.microsoft.com/office/drawing/2014/main" id="{BB472AE8-BF51-4270-A8F7-85F3D07EB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84643" y="685248"/>
            <a:ext cx="20974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8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High</a:t>
            </a:r>
          </a:p>
        </p:txBody>
      </p:sp>
      <p:sp>
        <p:nvSpPr>
          <p:cNvPr id="543" name="element_0543_text_Biomarker cut-off = 6.38 (explorato">
            <a:extLst xmlns:a="http://schemas.openxmlformats.org/drawingml/2006/main">
              <a:ext uri="{FF2B5EF4-FFF2-40B4-BE49-F238E27FC236}">
                <a16:creationId xmlns:a16="http://schemas.microsoft.com/office/drawing/2014/main" id="{49E4C591-EC2E-4559-A4B1-F4AB08BC4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0579" y="398027"/>
            <a:ext cx="1789081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8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Biomarker cut-off = 6.38 (exploratory)</a:t>
            </a:r>
          </a:p>
        </p:txBody>
      </p:sp>
      <p:sp>
        <p:nvSpPr>
          <p:cNvPr id="544" name="element_0544_text_Kaplan–Meier survival">
            <a:extLst xmlns:a="http://schemas.openxmlformats.org/drawingml/2006/main">
              <a:ext uri="{FF2B5EF4-FFF2-40B4-BE49-F238E27FC236}">
                <a16:creationId xmlns:a16="http://schemas.microsoft.com/office/drawing/2014/main" id="{A9673A27-3E35-44D8-BBF5-B1D33A328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78087" y="225921"/>
            <a:ext cx="1274064" cy="150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9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Kaplan–Meier survival</a:t>
            </a:r>
          </a:p>
        </p:txBody>
      </p:sp>
      <p:sp>
        <p:nvSpPr>
          <p:cNvPr id="545" name="element_0545_rect">
            <a:extLst xmlns:a="http://schemas.openxmlformats.org/drawingml/2006/main">
              <a:ext uri="{FF2B5EF4-FFF2-40B4-BE49-F238E27FC236}">
                <a16:creationId xmlns:a16="http://schemas.microsoft.com/office/drawing/2014/main" id="{D33FCC69-3CF1-4361-8E8B-83C888D2A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481" y="2385568"/>
            <a:ext cx="3721354" cy="84848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049" cap="rnd">
            <a:solidFill>
              <a:srgbClr val="FFFFFF"/>
            </a:solidFill>
            <a:prstDash val="solid"/>
            <a:round/>
          </a:ln>
        </p:spPr>
      </p:sp>
      <p:sp>
        <p:nvSpPr>
          <p:cNvPr id="546" name="element_0546_rect">
            <a:extLst xmlns:a="http://schemas.openxmlformats.org/drawingml/2006/main">
              <a:ext uri="{FF2B5EF4-FFF2-40B4-BE49-F238E27FC236}">
                <a16:creationId xmlns:a16="http://schemas.microsoft.com/office/drawing/2014/main" id="{FF1151DB-0C29-4722-9F62-9CAA04B19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4824" y="2536698"/>
            <a:ext cx="3199765" cy="3618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049" cap="rnd">
            <a:noFill/>
            <a:prstDash val="solid"/>
            <a:round/>
          </a:ln>
        </p:spPr>
      </p:sp>
      <p:sp>
        <p:nvSpPr>
          <p:cNvPr id="547" name="element_0547_text_328">
            <a:extLst xmlns:a="http://schemas.openxmlformats.org/drawingml/2006/main">
              <a:ext uri="{FF2B5EF4-FFF2-40B4-BE49-F238E27FC236}">
                <a16:creationId xmlns:a16="http://schemas.microsoft.com/office/drawing/2014/main" id="{8D339B89-8C55-4628-85D8-D574A9542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20936" y="2576776"/>
            <a:ext cx="169831" cy="1265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797" b="0" i="0">
                <a:solidFill>
                  <a:srgbClr val="0072B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97" b="0" i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797" b="0" i="0">
                <a:solidFill>
                  <a:srgbClr val="0072B2"/>
                </a:solidFill>
                <a:latin typeface="Arial"/>
                <a:ea typeface="Arial"/>
                <a:cs typeface="Arial"/>
              </a:rPr>
              <a:t>328</a:t>
            </a:r>
          </a:p>
        </p:txBody>
      </p:sp>
      <p:sp>
        <p:nvSpPr>
          <p:cNvPr id="548" name="element_0548_text_289">
            <a:extLst xmlns:a="http://schemas.openxmlformats.org/drawingml/2006/main">
              <a:ext uri="{FF2B5EF4-FFF2-40B4-BE49-F238E27FC236}">
                <a16:creationId xmlns:a16="http://schemas.microsoft.com/office/drawing/2014/main" id="{9354F374-2CF8-4B24-BC88-5653B31EC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24694" y="2576776"/>
            <a:ext cx="169831" cy="1265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797" b="0" i="0">
                <a:solidFill>
                  <a:srgbClr val="0072B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97" b="0" i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797" b="0" i="0">
                <a:solidFill>
                  <a:srgbClr val="0072B2"/>
                </a:solidFill>
                <a:latin typeface="Arial"/>
                <a:ea typeface="Arial"/>
                <a:cs typeface="Arial"/>
              </a:rPr>
              <a:t>289</a:t>
            </a:r>
          </a:p>
        </p:txBody>
      </p:sp>
      <p:sp>
        <p:nvSpPr>
          <p:cNvPr id="549" name="element_0549_text_218">
            <a:extLst xmlns:a="http://schemas.openxmlformats.org/drawingml/2006/main">
              <a:ext uri="{FF2B5EF4-FFF2-40B4-BE49-F238E27FC236}">
                <a16:creationId xmlns:a16="http://schemas.microsoft.com/office/drawing/2014/main" id="{78213CC9-107E-444D-908F-1D0831A23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28325" y="2576776"/>
            <a:ext cx="169831" cy="1265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797" b="0" i="0">
                <a:solidFill>
                  <a:srgbClr val="0072B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97" b="0" i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797" b="0" i="0">
                <a:solidFill>
                  <a:srgbClr val="0072B2"/>
                </a:solidFill>
                <a:latin typeface="Arial"/>
                <a:ea typeface="Arial"/>
                <a:cs typeface="Arial"/>
              </a:rPr>
              <a:t>218</a:t>
            </a:r>
          </a:p>
        </p:txBody>
      </p:sp>
      <p:sp>
        <p:nvSpPr>
          <p:cNvPr id="550" name="element_0550_text_132">
            <a:extLst xmlns:a="http://schemas.openxmlformats.org/drawingml/2006/main">
              <a:ext uri="{FF2B5EF4-FFF2-40B4-BE49-F238E27FC236}">
                <a16:creationId xmlns:a16="http://schemas.microsoft.com/office/drawing/2014/main" id="{5D4D9E62-D8D7-4DD8-89C3-149BE646E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32083" y="2576776"/>
            <a:ext cx="169831" cy="1265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797" b="0" i="0">
                <a:solidFill>
                  <a:srgbClr val="0072B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97" b="0" i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797" b="0" i="0">
                <a:solidFill>
                  <a:srgbClr val="0072B2"/>
                </a:solidFill>
                <a:latin typeface="Arial"/>
                <a:ea typeface="Arial"/>
                <a:cs typeface="Arial"/>
              </a:rPr>
              <a:t>132</a:t>
            </a:r>
          </a:p>
        </p:txBody>
      </p:sp>
      <p:sp>
        <p:nvSpPr>
          <p:cNvPr id="551" name="element_0551_text_79">
            <a:extLst xmlns:a="http://schemas.openxmlformats.org/drawingml/2006/main">
              <a:ext uri="{FF2B5EF4-FFF2-40B4-BE49-F238E27FC236}">
                <a16:creationId xmlns:a16="http://schemas.microsoft.com/office/drawing/2014/main" id="{0A4E4F4A-6FF9-4FB1-A5AF-B9EE07C01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63987" y="2576776"/>
            <a:ext cx="113538" cy="1265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797" b="0" i="0">
                <a:solidFill>
                  <a:srgbClr val="0072B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97" b="0" i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797" b="0" i="0">
                <a:solidFill>
                  <a:srgbClr val="0072B2"/>
                </a:solidFill>
                <a:latin typeface="Arial"/>
                <a:ea typeface="Arial"/>
                <a:cs typeface="Arial"/>
              </a:rPr>
              <a:t>79</a:t>
            </a:r>
          </a:p>
        </p:txBody>
      </p:sp>
      <p:sp>
        <p:nvSpPr>
          <p:cNvPr id="552" name="element_0552_text_43">
            <a:extLst xmlns:a="http://schemas.openxmlformats.org/drawingml/2006/main">
              <a:ext uri="{FF2B5EF4-FFF2-40B4-BE49-F238E27FC236}">
                <a16:creationId xmlns:a16="http://schemas.microsoft.com/office/drawing/2014/main" id="{9794794E-E216-43D9-8282-9F7606D0C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67618" y="2576776"/>
            <a:ext cx="113538" cy="1265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797" b="0" i="0">
                <a:solidFill>
                  <a:srgbClr val="0072B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97" b="0" i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797" b="0" i="0">
                <a:solidFill>
                  <a:srgbClr val="0072B2"/>
                </a:solidFill>
                <a:latin typeface="Arial"/>
                <a:ea typeface="Arial"/>
                <a:cs typeface="Arial"/>
              </a:rPr>
              <a:t>43</a:t>
            </a:r>
          </a:p>
        </p:txBody>
      </p:sp>
      <p:sp>
        <p:nvSpPr>
          <p:cNvPr id="553" name="element_0553_text_152">
            <a:extLst xmlns:a="http://schemas.openxmlformats.org/drawingml/2006/main">
              <a:ext uri="{FF2B5EF4-FFF2-40B4-BE49-F238E27FC236}">
                <a16:creationId xmlns:a16="http://schemas.microsoft.com/office/drawing/2014/main" id="{1BD42E88-7813-4259-BC65-2D5DE8E7B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20936" y="2734129"/>
            <a:ext cx="169831" cy="1265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797" b="0" i="0">
                <a:solidFill>
                  <a:srgbClr val="D55E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97" b="0" i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797" b="0" i="0">
                <a:solidFill>
                  <a:srgbClr val="D55E00"/>
                </a:solidFill>
                <a:latin typeface="Arial"/>
                <a:ea typeface="Arial"/>
                <a:cs typeface="Arial"/>
              </a:rPr>
              <a:t>152</a:t>
            </a:r>
          </a:p>
        </p:txBody>
      </p:sp>
      <p:sp>
        <p:nvSpPr>
          <p:cNvPr id="554" name="element_0554_text_109">
            <a:extLst xmlns:a="http://schemas.openxmlformats.org/drawingml/2006/main">
              <a:ext uri="{FF2B5EF4-FFF2-40B4-BE49-F238E27FC236}">
                <a16:creationId xmlns:a16="http://schemas.microsoft.com/office/drawing/2014/main" id="{1DAD1861-83EC-4AF0-91CB-76C852E04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24694" y="2734129"/>
            <a:ext cx="169831" cy="1265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797" b="0" i="0">
                <a:solidFill>
                  <a:srgbClr val="D55E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97" b="0" i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797" b="0" i="0">
                <a:solidFill>
                  <a:srgbClr val="D55E00"/>
                </a:solidFill>
                <a:latin typeface="Arial"/>
                <a:ea typeface="Arial"/>
                <a:cs typeface="Arial"/>
              </a:rPr>
              <a:t>109</a:t>
            </a:r>
          </a:p>
        </p:txBody>
      </p:sp>
      <p:sp>
        <p:nvSpPr>
          <p:cNvPr id="555" name="element_0555_text_58">
            <a:extLst xmlns:a="http://schemas.openxmlformats.org/drawingml/2006/main">
              <a:ext uri="{FF2B5EF4-FFF2-40B4-BE49-F238E27FC236}">
                <a16:creationId xmlns:a16="http://schemas.microsoft.com/office/drawing/2014/main" id="{2B188476-FB4A-4FF8-AB3C-DB0D674E5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56471" y="2734129"/>
            <a:ext cx="113538" cy="1265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797" b="0" i="0">
                <a:solidFill>
                  <a:srgbClr val="D55E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97" b="0" i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797" b="0" i="0">
                <a:solidFill>
                  <a:srgbClr val="D55E00"/>
                </a:solidFill>
                <a:latin typeface="Arial"/>
                <a:ea typeface="Arial"/>
                <a:cs typeface="Arial"/>
              </a:rPr>
              <a:t>58</a:t>
            </a:r>
          </a:p>
        </p:txBody>
      </p:sp>
      <p:sp>
        <p:nvSpPr>
          <p:cNvPr id="556" name="element_0556_text_25">
            <a:extLst xmlns:a="http://schemas.openxmlformats.org/drawingml/2006/main">
              <a:ext uri="{FF2B5EF4-FFF2-40B4-BE49-F238E27FC236}">
                <a16:creationId xmlns:a16="http://schemas.microsoft.com/office/drawing/2014/main" id="{415FADF9-3364-4B0B-8878-B8D4ECD3B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0229" y="2734129"/>
            <a:ext cx="113538" cy="1265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797" b="0" i="0">
                <a:solidFill>
                  <a:srgbClr val="D55E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97" b="0" i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797" b="0" i="0">
                <a:solidFill>
                  <a:srgbClr val="D55E00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557" name="element_0557_text_11">
            <a:extLst xmlns:a="http://schemas.openxmlformats.org/drawingml/2006/main">
              <a:ext uri="{FF2B5EF4-FFF2-40B4-BE49-F238E27FC236}">
                <a16:creationId xmlns:a16="http://schemas.microsoft.com/office/drawing/2014/main" id="{BCB95848-5308-4881-9336-D0F580BB9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67750" y="2734129"/>
            <a:ext cx="106013" cy="1265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797" b="0" i="0">
                <a:solidFill>
                  <a:srgbClr val="D55E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97" b="0" i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797" b="0" i="0">
                <a:solidFill>
                  <a:srgbClr val="D55E0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58" name="element_0558_text_5">
            <a:extLst xmlns:a="http://schemas.openxmlformats.org/drawingml/2006/main">
              <a:ext uri="{FF2B5EF4-FFF2-40B4-BE49-F238E27FC236}">
                <a16:creationId xmlns:a16="http://schemas.microsoft.com/office/drawing/2014/main" id="{711A8E22-5624-4169-A91D-DA975582D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95765" y="2734129"/>
            <a:ext cx="57245" cy="1265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797" b="0" i="0">
                <a:solidFill>
                  <a:srgbClr val="D55E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97" b="0" i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797" b="0" i="0">
                <a:solidFill>
                  <a:srgbClr val="D55E00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559" name="element_0559_text_High">
            <a:extLst xmlns:a="http://schemas.openxmlformats.org/drawingml/2006/main">
              <a:ext uri="{FF2B5EF4-FFF2-40B4-BE49-F238E27FC236}">
                <a16:creationId xmlns:a16="http://schemas.microsoft.com/office/drawing/2014/main" id="{F416EBF4-A830-42BA-B17E-A1094387D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55363" y="2733885"/>
            <a:ext cx="20974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8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High</a:t>
            </a:r>
          </a:p>
        </p:txBody>
      </p:sp>
      <p:sp>
        <p:nvSpPr>
          <p:cNvPr id="560" name="element_0560_text_Low">
            <a:extLst xmlns:a="http://schemas.openxmlformats.org/drawingml/2006/main">
              <a:ext uri="{FF2B5EF4-FFF2-40B4-BE49-F238E27FC236}">
                <a16:creationId xmlns:a16="http://schemas.microsoft.com/office/drawing/2014/main" id="{798B871F-36EA-4F77-B8A4-BE8BD2832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7937" y="2576659"/>
            <a:ext cx="18716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8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Low</a:t>
            </a:r>
          </a:p>
        </p:txBody>
      </p:sp>
      <p:sp>
        <p:nvSpPr>
          <p:cNvPr id="561" name="element_0561_polyline">
            <a:extLst xmlns:a="http://schemas.openxmlformats.org/drawingml/2006/main">
              <a:ext uri="{FF2B5EF4-FFF2-40B4-BE49-F238E27FC236}">
                <a16:creationId xmlns:a16="http://schemas.microsoft.com/office/drawing/2014/main" id="{65C5DDD9-78EC-42D3-8B84-09E944A5E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4824" y="2898521"/>
            <a:ext cx="3199638" cy="10"/>
          </a:xfrm>
          <a:custGeom xmlns:a="http://schemas.openxmlformats.org/drawingml/2006/main">
            <a:pathLst>
              <a:path w="3199638" h="10">
                <a:moveTo>
                  <a:pt x="0" y="0"/>
                </a:moveTo>
                <a:lnTo>
                  <a:pt x="3199638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 cap="rnd">
            <a:solidFill>
              <a:srgbClr val="000000"/>
            </a:solidFill>
            <a:prstDash val="solid"/>
            <a:round/>
          </a:ln>
        </p:spPr>
      </p:sp>
      <p:sp>
        <p:nvSpPr>
          <p:cNvPr id="562" name="element_0562_polyline">
            <a:extLst xmlns:a="http://schemas.openxmlformats.org/drawingml/2006/main">
              <a:ext uri="{FF2B5EF4-FFF2-40B4-BE49-F238E27FC236}">
                <a16:creationId xmlns:a16="http://schemas.microsoft.com/office/drawing/2014/main" id="{0ACC912F-2079-4E47-986F-E425A5ED9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844546"/>
            <a:ext cx="10" cy="53975"/>
          </a:xfrm>
          <a:custGeom xmlns:a="http://schemas.openxmlformats.org/drawingml/2006/main">
            <a:pathLst>
              <a:path w="10" h="53975">
                <a:moveTo>
                  <a:pt x="0" y="0"/>
                </a:moveTo>
                <a:lnTo>
                  <a:pt x="0" y="53975"/>
                </a:lnTo>
              </a:path>
            </a:pathLst>
          </a:custGeom>
          <a:noFill xmlns:a="http://schemas.openxmlformats.org/drawingml/2006/main"/>
          <a:ln xmlns:a="http://schemas.openxmlformats.org/drawingml/2006/main" w="9525" cap="rnd">
            <a:solidFill>
              <a:srgbClr val="000000"/>
            </a:solidFill>
            <a:prstDash val="solid"/>
            <a:round/>
          </a:ln>
        </p:spPr>
      </p:sp>
      <p:sp>
        <p:nvSpPr>
          <p:cNvPr id="563" name="element_0563_polyline">
            <a:extLst xmlns:a="http://schemas.openxmlformats.org/drawingml/2006/main">
              <a:ext uri="{FF2B5EF4-FFF2-40B4-BE49-F238E27FC236}">
                <a16:creationId xmlns:a16="http://schemas.microsoft.com/office/drawing/2014/main" id="{0E4D74D8-1A91-43B1-8D7C-8D364F1CE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9133" y="2844546"/>
            <a:ext cx="10" cy="53975"/>
          </a:xfrm>
          <a:custGeom xmlns:a="http://schemas.openxmlformats.org/drawingml/2006/main">
            <a:pathLst>
              <a:path w="10" h="53975">
                <a:moveTo>
                  <a:pt x="0" y="0"/>
                </a:moveTo>
                <a:lnTo>
                  <a:pt x="0" y="53975"/>
                </a:lnTo>
              </a:path>
            </a:pathLst>
          </a:custGeom>
          <a:noFill xmlns:a="http://schemas.openxmlformats.org/drawingml/2006/main"/>
          <a:ln xmlns:a="http://schemas.openxmlformats.org/drawingml/2006/main" w="9525" cap="rnd">
            <a:solidFill>
              <a:srgbClr val="000000"/>
            </a:solidFill>
            <a:prstDash val="solid"/>
            <a:round/>
          </a:ln>
        </p:spPr>
      </p:sp>
      <p:sp>
        <p:nvSpPr>
          <p:cNvPr id="564" name="element_0564_polyline">
            <a:extLst xmlns:a="http://schemas.openxmlformats.org/drawingml/2006/main">
              <a:ext uri="{FF2B5EF4-FFF2-40B4-BE49-F238E27FC236}">
                <a16:creationId xmlns:a16="http://schemas.microsoft.com/office/drawing/2014/main" id="{D9152861-90EC-4BE7-91E3-5FD3598B0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2764" y="2844546"/>
            <a:ext cx="10" cy="53975"/>
          </a:xfrm>
          <a:custGeom xmlns:a="http://schemas.openxmlformats.org/drawingml/2006/main">
            <a:pathLst>
              <a:path w="10" h="53975">
                <a:moveTo>
                  <a:pt x="0" y="0"/>
                </a:moveTo>
                <a:lnTo>
                  <a:pt x="0" y="53975"/>
                </a:lnTo>
              </a:path>
            </a:pathLst>
          </a:custGeom>
          <a:noFill xmlns:a="http://schemas.openxmlformats.org/drawingml/2006/main"/>
          <a:ln xmlns:a="http://schemas.openxmlformats.org/drawingml/2006/main" w="9525" cap="rnd">
            <a:solidFill>
              <a:srgbClr val="000000"/>
            </a:solidFill>
            <a:prstDash val="solid"/>
            <a:round/>
          </a:ln>
        </p:spPr>
      </p:sp>
      <p:sp>
        <p:nvSpPr>
          <p:cNvPr id="565" name="element_0565_polyline">
            <a:extLst xmlns:a="http://schemas.openxmlformats.org/drawingml/2006/main">
              <a:ext uri="{FF2B5EF4-FFF2-40B4-BE49-F238E27FC236}">
                <a16:creationId xmlns:a16="http://schemas.microsoft.com/office/drawing/2014/main" id="{27BA9A13-0B24-4863-93CB-372A3B2D3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6522" y="2844546"/>
            <a:ext cx="10" cy="53975"/>
          </a:xfrm>
          <a:custGeom xmlns:a="http://schemas.openxmlformats.org/drawingml/2006/main">
            <a:pathLst>
              <a:path w="10" h="53975">
                <a:moveTo>
                  <a:pt x="0" y="0"/>
                </a:moveTo>
                <a:lnTo>
                  <a:pt x="0" y="53975"/>
                </a:lnTo>
              </a:path>
            </a:pathLst>
          </a:custGeom>
          <a:noFill xmlns:a="http://schemas.openxmlformats.org/drawingml/2006/main"/>
          <a:ln xmlns:a="http://schemas.openxmlformats.org/drawingml/2006/main" w="9525" cap="rnd">
            <a:solidFill>
              <a:srgbClr val="000000"/>
            </a:solidFill>
            <a:prstDash val="solid"/>
            <a:round/>
          </a:ln>
        </p:spPr>
      </p:sp>
      <p:sp>
        <p:nvSpPr>
          <p:cNvPr id="566" name="element_0566_polyline">
            <a:extLst xmlns:a="http://schemas.openxmlformats.org/drawingml/2006/main">
              <a:ext uri="{FF2B5EF4-FFF2-40B4-BE49-F238E27FC236}">
                <a16:creationId xmlns:a16="http://schemas.microsoft.com/office/drawing/2014/main" id="{ACDE9B3F-4B6C-4364-BDC1-F29E132CD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0280" y="2844546"/>
            <a:ext cx="10" cy="53975"/>
          </a:xfrm>
          <a:custGeom xmlns:a="http://schemas.openxmlformats.org/drawingml/2006/main">
            <a:pathLst>
              <a:path w="10" h="53975">
                <a:moveTo>
                  <a:pt x="0" y="0"/>
                </a:moveTo>
                <a:lnTo>
                  <a:pt x="0" y="53975"/>
                </a:lnTo>
              </a:path>
            </a:pathLst>
          </a:custGeom>
          <a:noFill xmlns:a="http://schemas.openxmlformats.org/drawingml/2006/main"/>
          <a:ln xmlns:a="http://schemas.openxmlformats.org/drawingml/2006/main" w="9525" cap="rnd">
            <a:solidFill>
              <a:srgbClr val="000000"/>
            </a:solidFill>
            <a:prstDash val="solid"/>
            <a:round/>
          </a:ln>
        </p:spPr>
      </p:sp>
      <p:sp>
        <p:nvSpPr>
          <p:cNvPr id="567" name="element_0567_polyline">
            <a:extLst xmlns:a="http://schemas.openxmlformats.org/drawingml/2006/main">
              <a:ext uri="{FF2B5EF4-FFF2-40B4-BE49-F238E27FC236}">
                <a16:creationId xmlns:a16="http://schemas.microsoft.com/office/drawing/2014/main" id="{0BFB1BAA-F1F2-4C5A-BCC9-B7E575FF5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3911" y="2844546"/>
            <a:ext cx="10" cy="53975"/>
          </a:xfrm>
          <a:custGeom xmlns:a="http://schemas.openxmlformats.org/drawingml/2006/main">
            <a:pathLst>
              <a:path w="10" h="53975">
                <a:moveTo>
                  <a:pt x="0" y="0"/>
                </a:moveTo>
                <a:lnTo>
                  <a:pt x="0" y="53975"/>
                </a:lnTo>
              </a:path>
            </a:pathLst>
          </a:custGeom>
          <a:noFill xmlns:a="http://schemas.openxmlformats.org/drawingml/2006/main"/>
          <a:ln xmlns:a="http://schemas.openxmlformats.org/drawingml/2006/main" w="9525" cap="rnd">
            <a:solidFill>
              <a:srgbClr val="000000"/>
            </a:solidFill>
            <a:prstDash val="solid"/>
            <a:round/>
          </a:ln>
        </p:spPr>
      </p:sp>
      <p:sp>
        <p:nvSpPr>
          <p:cNvPr id="568" name="element_0568_text_0">
            <a:extLst xmlns:a="http://schemas.openxmlformats.org/drawingml/2006/main">
              <a:ext uri="{FF2B5EF4-FFF2-40B4-BE49-F238E27FC236}">
                <a16:creationId xmlns:a16="http://schemas.microsoft.com/office/drawing/2014/main" id="{B4FA3558-CC3D-411D-94E9-279D691FD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75371" y="2921644"/>
            <a:ext cx="60960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8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69" name="element_0569_text_12">
            <a:extLst xmlns:a="http://schemas.openxmlformats.org/drawingml/2006/main">
              <a:ext uri="{FF2B5EF4-FFF2-40B4-BE49-F238E27FC236}">
                <a16:creationId xmlns:a16="http://schemas.microsoft.com/office/drawing/2014/main" id="{F95DEA06-32E6-4F33-A59C-1CD947549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49125" y="2921644"/>
            <a:ext cx="120968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8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70" name="element_0570_text_24">
            <a:extLst xmlns:a="http://schemas.openxmlformats.org/drawingml/2006/main">
              <a:ext uri="{FF2B5EF4-FFF2-40B4-BE49-F238E27FC236}">
                <a16:creationId xmlns:a16="http://schemas.microsoft.com/office/drawing/2014/main" id="{7854416B-9C40-440A-A499-A5F441F76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52756" y="2921644"/>
            <a:ext cx="120968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8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571" name="element_0571_text_36">
            <a:extLst xmlns:a="http://schemas.openxmlformats.org/drawingml/2006/main">
              <a:ext uri="{FF2B5EF4-FFF2-40B4-BE49-F238E27FC236}">
                <a16:creationId xmlns:a16="http://schemas.microsoft.com/office/drawing/2014/main" id="{E476443F-C552-4DEC-AD46-260999371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56514" y="2921644"/>
            <a:ext cx="120968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8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  <p:sp>
        <p:nvSpPr>
          <p:cNvPr id="572" name="element_0572_text_48">
            <a:extLst xmlns:a="http://schemas.openxmlformats.org/drawingml/2006/main">
              <a:ext uri="{FF2B5EF4-FFF2-40B4-BE49-F238E27FC236}">
                <a16:creationId xmlns:a16="http://schemas.microsoft.com/office/drawing/2014/main" id="{83333B9D-FA95-412F-A75A-6BE1C0DB8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60272" y="2921644"/>
            <a:ext cx="120968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8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48</a:t>
            </a:r>
          </a:p>
        </p:txBody>
      </p:sp>
      <p:sp>
        <p:nvSpPr>
          <p:cNvPr id="573" name="element_0573_text_60">
            <a:extLst xmlns:a="http://schemas.openxmlformats.org/drawingml/2006/main">
              <a:ext uri="{FF2B5EF4-FFF2-40B4-BE49-F238E27FC236}">
                <a16:creationId xmlns:a16="http://schemas.microsoft.com/office/drawing/2014/main" id="{D0319C75-8896-45CA-A052-BE1F32377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63903" y="2921644"/>
            <a:ext cx="120968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8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574" name="element_0574_text_Time (months)">
            <a:extLst xmlns:a="http://schemas.openxmlformats.org/drawingml/2006/main">
              <a:ext uri="{FF2B5EF4-FFF2-40B4-BE49-F238E27FC236}">
                <a16:creationId xmlns:a16="http://schemas.microsoft.com/office/drawing/2014/main" id="{6AF81C18-C8FB-4068-AC02-C291C6ED9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48407" y="3048316"/>
            <a:ext cx="7334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Time (months)</a:t>
            </a:r>
          </a:p>
        </p:txBody>
      </p:sp>
      <p:sp>
        <p:nvSpPr>
          <p:cNvPr id="575" name="element_0575_text_Number at risk">
            <a:extLst xmlns:a="http://schemas.openxmlformats.org/drawingml/2006/main">
              <a:ext uri="{FF2B5EF4-FFF2-40B4-BE49-F238E27FC236}">
                <a16:creationId xmlns:a16="http://schemas.microsoft.com/office/drawing/2014/main" id="{06EB91CD-630F-4725-9EC2-0B00CE230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4824" y="2359616"/>
            <a:ext cx="7117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8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Number at risk</a:t>
            </a:r>
          </a:p>
        </p:txBody>
      </p:sp>
      <p:sp>
        <p:nvSpPr>
          <p:cNvPr id="576" name="element_0576_text_b">
            <a:extLst xmlns:a="http://schemas.openxmlformats.org/drawingml/2006/main">
              <a:ext uri="{FF2B5EF4-FFF2-40B4-BE49-F238E27FC236}">
                <a16:creationId xmlns:a16="http://schemas.microsoft.com/office/drawing/2014/main" id="{41A80911-BF6E-4955-A773-66A489AA9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78852" y="56810"/>
            <a:ext cx="78486" cy="15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0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577" name="element_0577_rect">
            <a:extLst xmlns:a="http://schemas.openxmlformats.org/drawingml/2006/main">
              <a:ext uri="{FF2B5EF4-FFF2-40B4-BE49-F238E27FC236}">
                <a16:creationId xmlns:a16="http://schemas.microsoft.com/office/drawing/2014/main" id="{7CE8B64C-76CD-43D3-8303-EF1434B0D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207" y="3234055"/>
            <a:ext cx="3598037" cy="37636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049" cap="rnd">
            <a:solidFill>
              <a:srgbClr val="FFFFFF"/>
            </a:solidFill>
            <a:prstDash val="solid"/>
            <a:round/>
          </a:ln>
        </p:spPr>
      </p:sp>
      <p:sp>
        <p:nvSpPr>
          <p:cNvPr id="578" name="element_0578_rect">
            <a:extLst xmlns:a="http://schemas.openxmlformats.org/drawingml/2006/main">
              <a:ext uri="{FF2B5EF4-FFF2-40B4-BE49-F238E27FC236}">
                <a16:creationId xmlns:a16="http://schemas.microsoft.com/office/drawing/2014/main" id="{0C6A7400-9CE2-410B-B4E9-03FCDD4A4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1371" y="3234055"/>
            <a:ext cx="3605022" cy="37636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049" cap="rnd">
            <a:solidFill>
              <a:srgbClr val="FFFFFF"/>
            </a:solidFill>
            <a:prstDash val="solid"/>
            <a:round/>
          </a:ln>
        </p:spPr>
      </p:sp>
      <p:sp>
        <p:nvSpPr>
          <p:cNvPr id="579" name="element_0579_rect">
            <a:extLst xmlns:a="http://schemas.openxmlformats.org/drawingml/2006/main">
              <a:ext uri="{FF2B5EF4-FFF2-40B4-BE49-F238E27FC236}">
                <a16:creationId xmlns:a16="http://schemas.microsoft.com/office/drawing/2014/main" id="{45DD23B4-4656-49C0-9FA6-8048BD03A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918" y="3596259"/>
            <a:ext cx="3040507" cy="30405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049" cap="rnd">
            <a:noFill/>
            <a:prstDash val="solid"/>
            <a:round/>
          </a:ln>
        </p:spPr>
      </p:sp>
      <p:sp>
        <p:nvSpPr>
          <p:cNvPr id="580" name="element_0580_line">
            <a:extLst xmlns:a="http://schemas.openxmlformats.org/drawingml/2006/main">
              <a:ext uri="{FF2B5EF4-FFF2-40B4-BE49-F238E27FC236}">
                <a16:creationId xmlns:a16="http://schemas.microsoft.com/office/drawing/2014/main" id="{4BBC753E-EB89-4146-98E0-EBF176806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728" y="3596562"/>
            <a:ext cx="3040395" cy="3040395"/>
          </a:xfrm>
          <a:custGeom xmlns:a="http://schemas.openxmlformats.org/drawingml/2006/main">
            <a:pathLst>
              <a:path w="3040395" h="3040395">
                <a:moveTo>
                  <a:pt x="0" y="3040395"/>
                </a:moveTo>
                <a:lnTo>
                  <a:pt x="5786" y="3034608"/>
                </a:lnTo>
                <a:moveTo>
                  <a:pt x="40271" y="3000124"/>
                </a:moveTo>
                <a:lnTo>
                  <a:pt x="51765" y="2988629"/>
                </a:lnTo>
                <a:moveTo>
                  <a:pt x="86249" y="2954145"/>
                </a:moveTo>
                <a:lnTo>
                  <a:pt x="97744" y="2942650"/>
                </a:lnTo>
                <a:moveTo>
                  <a:pt x="132228" y="2908166"/>
                </a:moveTo>
                <a:lnTo>
                  <a:pt x="143723" y="2896671"/>
                </a:lnTo>
                <a:moveTo>
                  <a:pt x="178207" y="2862187"/>
                </a:moveTo>
                <a:lnTo>
                  <a:pt x="189702" y="2850693"/>
                </a:lnTo>
                <a:moveTo>
                  <a:pt x="224186" y="2816208"/>
                </a:moveTo>
                <a:lnTo>
                  <a:pt x="235681" y="2804714"/>
                </a:lnTo>
                <a:moveTo>
                  <a:pt x="270165" y="2770229"/>
                </a:moveTo>
                <a:lnTo>
                  <a:pt x="281660" y="2758735"/>
                </a:lnTo>
                <a:moveTo>
                  <a:pt x="316144" y="2724250"/>
                </a:moveTo>
                <a:lnTo>
                  <a:pt x="327639" y="2712756"/>
                </a:lnTo>
                <a:moveTo>
                  <a:pt x="362123" y="2678272"/>
                </a:moveTo>
                <a:lnTo>
                  <a:pt x="373618" y="2666777"/>
                </a:lnTo>
                <a:moveTo>
                  <a:pt x="408102" y="2632293"/>
                </a:moveTo>
                <a:lnTo>
                  <a:pt x="419597" y="2620798"/>
                </a:lnTo>
                <a:moveTo>
                  <a:pt x="454081" y="2586314"/>
                </a:moveTo>
                <a:lnTo>
                  <a:pt x="465575" y="2574819"/>
                </a:lnTo>
                <a:moveTo>
                  <a:pt x="500060" y="2540335"/>
                </a:moveTo>
                <a:lnTo>
                  <a:pt x="511554" y="2528840"/>
                </a:lnTo>
                <a:moveTo>
                  <a:pt x="546039" y="2494356"/>
                </a:moveTo>
                <a:lnTo>
                  <a:pt x="557533" y="2482861"/>
                </a:lnTo>
                <a:moveTo>
                  <a:pt x="592017" y="2448377"/>
                </a:moveTo>
                <a:lnTo>
                  <a:pt x="603512" y="2436882"/>
                </a:lnTo>
                <a:moveTo>
                  <a:pt x="637996" y="2402398"/>
                </a:moveTo>
                <a:lnTo>
                  <a:pt x="649491" y="2390903"/>
                </a:lnTo>
                <a:moveTo>
                  <a:pt x="683975" y="2356419"/>
                </a:moveTo>
                <a:lnTo>
                  <a:pt x="695470" y="2344924"/>
                </a:lnTo>
                <a:moveTo>
                  <a:pt x="729954" y="2310440"/>
                </a:moveTo>
                <a:lnTo>
                  <a:pt x="741449" y="2298946"/>
                </a:lnTo>
                <a:moveTo>
                  <a:pt x="775933" y="2264461"/>
                </a:moveTo>
                <a:lnTo>
                  <a:pt x="787428" y="2252967"/>
                </a:lnTo>
                <a:moveTo>
                  <a:pt x="821912" y="2218482"/>
                </a:moveTo>
                <a:lnTo>
                  <a:pt x="833407" y="2206988"/>
                </a:lnTo>
                <a:moveTo>
                  <a:pt x="867891" y="2172504"/>
                </a:moveTo>
                <a:lnTo>
                  <a:pt x="879386" y="2161009"/>
                </a:lnTo>
                <a:moveTo>
                  <a:pt x="913870" y="2126525"/>
                </a:moveTo>
                <a:lnTo>
                  <a:pt x="925365" y="2115030"/>
                </a:lnTo>
                <a:moveTo>
                  <a:pt x="959849" y="2080546"/>
                </a:moveTo>
                <a:lnTo>
                  <a:pt x="971344" y="2069051"/>
                </a:lnTo>
                <a:moveTo>
                  <a:pt x="1005828" y="2034567"/>
                </a:moveTo>
                <a:lnTo>
                  <a:pt x="1017322" y="2023072"/>
                </a:lnTo>
                <a:moveTo>
                  <a:pt x="1051807" y="1988588"/>
                </a:moveTo>
                <a:lnTo>
                  <a:pt x="1063301" y="1977093"/>
                </a:lnTo>
                <a:moveTo>
                  <a:pt x="1097786" y="1942609"/>
                </a:moveTo>
                <a:lnTo>
                  <a:pt x="1109280" y="1931114"/>
                </a:lnTo>
                <a:moveTo>
                  <a:pt x="1143764" y="1896630"/>
                </a:moveTo>
                <a:lnTo>
                  <a:pt x="1155259" y="1885135"/>
                </a:lnTo>
                <a:moveTo>
                  <a:pt x="1189743" y="1850651"/>
                </a:moveTo>
                <a:lnTo>
                  <a:pt x="1201238" y="1839156"/>
                </a:lnTo>
                <a:moveTo>
                  <a:pt x="1235722" y="1804672"/>
                </a:moveTo>
                <a:lnTo>
                  <a:pt x="1247217" y="1793178"/>
                </a:lnTo>
                <a:moveTo>
                  <a:pt x="1281701" y="1758693"/>
                </a:moveTo>
                <a:lnTo>
                  <a:pt x="1293196" y="1747199"/>
                </a:lnTo>
                <a:moveTo>
                  <a:pt x="1327680" y="1712714"/>
                </a:moveTo>
                <a:lnTo>
                  <a:pt x="1339175" y="1701220"/>
                </a:lnTo>
                <a:moveTo>
                  <a:pt x="1373659" y="1666736"/>
                </a:moveTo>
                <a:lnTo>
                  <a:pt x="1385154" y="1655241"/>
                </a:lnTo>
                <a:moveTo>
                  <a:pt x="1419638" y="1620757"/>
                </a:moveTo>
                <a:lnTo>
                  <a:pt x="1431133" y="1609262"/>
                </a:lnTo>
                <a:moveTo>
                  <a:pt x="1465617" y="1574778"/>
                </a:moveTo>
                <a:lnTo>
                  <a:pt x="1477112" y="1563283"/>
                </a:lnTo>
                <a:moveTo>
                  <a:pt x="1511596" y="1528799"/>
                </a:moveTo>
                <a:lnTo>
                  <a:pt x="1523090" y="1517304"/>
                </a:lnTo>
                <a:moveTo>
                  <a:pt x="1557575" y="1482820"/>
                </a:moveTo>
                <a:lnTo>
                  <a:pt x="1569069" y="1471325"/>
                </a:lnTo>
                <a:moveTo>
                  <a:pt x="1603554" y="1436841"/>
                </a:moveTo>
                <a:lnTo>
                  <a:pt x="1615048" y="1425346"/>
                </a:lnTo>
                <a:moveTo>
                  <a:pt x="1649532" y="1390862"/>
                </a:moveTo>
                <a:lnTo>
                  <a:pt x="1661027" y="1379367"/>
                </a:lnTo>
                <a:moveTo>
                  <a:pt x="1695511" y="1344883"/>
                </a:moveTo>
                <a:lnTo>
                  <a:pt x="1707006" y="1333388"/>
                </a:lnTo>
                <a:moveTo>
                  <a:pt x="1741490" y="1298904"/>
                </a:moveTo>
                <a:lnTo>
                  <a:pt x="1752985" y="1287410"/>
                </a:lnTo>
                <a:moveTo>
                  <a:pt x="1787469" y="1252925"/>
                </a:moveTo>
                <a:lnTo>
                  <a:pt x="1798964" y="1241431"/>
                </a:lnTo>
                <a:moveTo>
                  <a:pt x="1833448" y="1206946"/>
                </a:moveTo>
                <a:lnTo>
                  <a:pt x="1844943" y="1195452"/>
                </a:lnTo>
                <a:moveTo>
                  <a:pt x="1879427" y="1160968"/>
                </a:moveTo>
                <a:lnTo>
                  <a:pt x="1890922" y="1149473"/>
                </a:lnTo>
                <a:moveTo>
                  <a:pt x="1925406" y="1114989"/>
                </a:moveTo>
                <a:lnTo>
                  <a:pt x="1936901" y="1103494"/>
                </a:lnTo>
                <a:moveTo>
                  <a:pt x="1971385" y="1069010"/>
                </a:moveTo>
                <a:lnTo>
                  <a:pt x="1982880" y="1057515"/>
                </a:lnTo>
                <a:moveTo>
                  <a:pt x="2017364" y="1023031"/>
                </a:moveTo>
                <a:lnTo>
                  <a:pt x="2028858" y="1011536"/>
                </a:lnTo>
                <a:moveTo>
                  <a:pt x="2063343" y="977052"/>
                </a:moveTo>
                <a:lnTo>
                  <a:pt x="2074837" y="965557"/>
                </a:lnTo>
                <a:moveTo>
                  <a:pt x="2109322" y="931073"/>
                </a:moveTo>
                <a:lnTo>
                  <a:pt x="2120816" y="919578"/>
                </a:lnTo>
                <a:moveTo>
                  <a:pt x="2155300" y="885094"/>
                </a:moveTo>
                <a:lnTo>
                  <a:pt x="2166795" y="873599"/>
                </a:lnTo>
                <a:moveTo>
                  <a:pt x="2201279" y="839115"/>
                </a:moveTo>
                <a:lnTo>
                  <a:pt x="2212774" y="827620"/>
                </a:lnTo>
                <a:moveTo>
                  <a:pt x="2247258" y="793136"/>
                </a:moveTo>
                <a:lnTo>
                  <a:pt x="2258753" y="781641"/>
                </a:lnTo>
                <a:moveTo>
                  <a:pt x="2293237" y="747157"/>
                </a:moveTo>
                <a:lnTo>
                  <a:pt x="2304732" y="735663"/>
                </a:lnTo>
                <a:moveTo>
                  <a:pt x="2339216" y="701178"/>
                </a:moveTo>
                <a:lnTo>
                  <a:pt x="2350711" y="689684"/>
                </a:lnTo>
                <a:moveTo>
                  <a:pt x="2385195" y="655199"/>
                </a:moveTo>
                <a:lnTo>
                  <a:pt x="2396690" y="643705"/>
                </a:lnTo>
                <a:moveTo>
                  <a:pt x="2431174" y="609221"/>
                </a:moveTo>
                <a:lnTo>
                  <a:pt x="2442669" y="597726"/>
                </a:lnTo>
                <a:moveTo>
                  <a:pt x="2477153" y="563242"/>
                </a:moveTo>
                <a:lnTo>
                  <a:pt x="2488648" y="551747"/>
                </a:lnTo>
                <a:moveTo>
                  <a:pt x="2523132" y="517263"/>
                </a:moveTo>
                <a:lnTo>
                  <a:pt x="2534626" y="505768"/>
                </a:lnTo>
                <a:moveTo>
                  <a:pt x="2569111" y="471284"/>
                </a:moveTo>
                <a:lnTo>
                  <a:pt x="2580605" y="459789"/>
                </a:lnTo>
                <a:moveTo>
                  <a:pt x="2615090" y="425305"/>
                </a:moveTo>
                <a:lnTo>
                  <a:pt x="2626584" y="413810"/>
                </a:lnTo>
                <a:moveTo>
                  <a:pt x="2661069" y="379326"/>
                </a:moveTo>
                <a:lnTo>
                  <a:pt x="2672563" y="367831"/>
                </a:lnTo>
                <a:moveTo>
                  <a:pt x="2707047" y="333347"/>
                </a:moveTo>
                <a:lnTo>
                  <a:pt x="2718542" y="321852"/>
                </a:lnTo>
                <a:moveTo>
                  <a:pt x="2753026" y="287368"/>
                </a:moveTo>
                <a:lnTo>
                  <a:pt x="2764521" y="275873"/>
                </a:lnTo>
                <a:moveTo>
                  <a:pt x="2799005" y="241389"/>
                </a:moveTo>
                <a:lnTo>
                  <a:pt x="2810500" y="229895"/>
                </a:lnTo>
                <a:moveTo>
                  <a:pt x="2844984" y="195410"/>
                </a:moveTo>
                <a:lnTo>
                  <a:pt x="2856479" y="183916"/>
                </a:lnTo>
                <a:moveTo>
                  <a:pt x="2890963" y="149431"/>
                </a:moveTo>
                <a:lnTo>
                  <a:pt x="2902458" y="137937"/>
                </a:lnTo>
                <a:moveTo>
                  <a:pt x="2936942" y="103453"/>
                </a:moveTo>
                <a:lnTo>
                  <a:pt x="2948437" y="91958"/>
                </a:lnTo>
                <a:moveTo>
                  <a:pt x="2982921" y="57474"/>
                </a:moveTo>
                <a:lnTo>
                  <a:pt x="2994416" y="45979"/>
                </a:lnTo>
                <a:moveTo>
                  <a:pt x="3028900" y="11495"/>
                </a:moveTo>
                <a:lnTo>
                  <a:pt x="30403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192" cap="rnd">
            <a:solidFill>
              <a:srgbClr val="777777"/>
            </a:solidFill>
            <a:prstDash val="solid"/>
            <a:round/>
          </a:ln>
        </p:spPr>
      </p:sp>
      <p:sp>
        <p:nvSpPr>
          <p:cNvPr id="581" name="element_0581_polyline">
            <a:extLst xmlns:a="http://schemas.openxmlformats.org/drawingml/2006/main">
              <a:ext uri="{FF2B5EF4-FFF2-40B4-BE49-F238E27FC236}">
                <a16:creationId xmlns:a16="http://schemas.microsoft.com/office/drawing/2014/main" id="{F6042AB2-10FE-4DC0-9F20-DA397E7BE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918" y="3596259"/>
            <a:ext cx="3040507" cy="3040507"/>
          </a:xfrm>
          <a:custGeom xmlns:a="http://schemas.openxmlformats.org/drawingml/2006/main">
            <a:pathLst>
              <a:path w="3040507" h="3040507">
                <a:moveTo>
                  <a:pt x="0" y="3040507"/>
                </a:moveTo>
                <a:lnTo>
                  <a:pt x="0" y="3003423"/>
                </a:lnTo>
                <a:lnTo>
                  <a:pt x="7620" y="3003423"/>
                </a:lnTo>
                <a:lnTo>
                  <a:pt x="7620" y="2966339"/>
                </a:lnTo>
                <a:lnTo>
                  <a:pt x="7620" y="2929255"/>
                </a:lnTo>
                <a:lnTo>
                  <a:pt x="15240" y="2929255"/>
                </a:lnTo>
                <a:lnTo>
                  <a:pt x="22860" y="2929255"/>
                </a:lnTo>
                <a:lnTo>
                  <a:pt x="22860" y="2892171"/>
                </a:lnTo>
                <a:lnTo>
                  <a:pt x="22860" y="2855087"/>
                </a:lnTo>
                <a:lnTo>
                  <a:pt x="30607" y="2855087"/>
                </a:lnTo>
                <a:lnTo>
                  <a:pt x="38227" y="2855087"/>
                </a:lnTo>
                <a:lnTo>
                  <a:pt x="45847" y="2855087"/>
                </a:lnTo>
                <a:lnTo>
                  <a:pt x="53467" y="2855087"/>
                </a:lnTo>
                <a:lnTo>
                  <a:pt x="53467" y="2818003"/>
                </a:lnTo>
                <a:lnTo>
                  <a:pt x="61087" y="2818003"/>
                </a:lnTo>
                <a:lnTo>
                  <a:pt x="68707" y="2818003"/>
                </a:lnTo>
                <a:lnTo>
                  <a:pt x="76327" y="2818003"/>
                </a:lnTo>
                <a:lnTo>
                  <a:pt x="84074" y="2818003"/>
                </a:lnTo>
                <a:lnTo>
                  <a:pt x="91694" y="2818003"/>
                </a:lnTo>
                <a:lnTo>
                  <a:pt x="99314" y="2818003"/>
                </a:lnTo>
                <a:lnTo>
                  <a:pt x="99314" y="2781046"/>
                </a:lnTo>
                <a:lnTo>
                  <a:pt x="106934" y="2781046"/>
                </a:lnTo>
                <a:lnTo>
                  <a:pt x="114554" y="2781046"/>
                </a:lnTo>
                <a:lnTo>
                  <a:pt x="122174" y="2781046"/>
                </a:lnTo>
                <a:lnTo>
                  <a:pt x="129794" y="2781046"/>
                </a:lnTo>
                <a:lnTo>
                  <a:pt x="137541" y="2781046"/>
                </a:lnTo>
                <a:lnTo>
                  <a:pt x="137541" y="2743962"/>
                </a:lnTo>
                <a:lnTo>
                  <a:pt x="137541" y="2706878"/>
                </a:lnTo>
                <a:lnTo>
                  <a:pt x="145161" y="2706878"/>
                </a:lnTo>
                <a:lnTo>
                  <a:pt x="145161" y="2669794"/>
                </a:lnTo>
                <a:lnTo>
                  <a:pt x="145161" y="2632710"/>
                </a:lnTo>
                <a:lnTo>
                  <a:pt x="152781" y="2632710"/>
                </a:lnTo>
                <a:lnTo>
                  <a:pt x="152781" y="2595626"/>
                </a:lnTo>
                <a:lnTo>
                  <a:pt x="152781" y="2558542"/>
                </a:lnTo>
                <a:lnTo>
                  <a:pt x="160401" y="2558542"/>
                </a:lnTo>
                <a:lnTo>
                  <a:pt x="168021" y="2558542"/>
                </a:lnTo>
                <a:lnTo>
                  <a:pt x="175641" y="2521458"/>
                </a:lnTo>
                <a:lnTo>
                  <a:pt x="175641" y="2484374"/>
                </a:lnTo>
                <a:lnTo>
                  <a:pt x="183388" y="2447290"/>
                </a:lnTo>
                <a:lnTo>
                  <a:pt x="191008" y="2447290"/>
                </a:lnTo>
                <a:lnTo>
                  <a:pt x="198628" y="2447290"/>
                </a:lnTo>
                <a:lnTo>
                  <a:pt x="206248" y="2447290"/>
                </a:lnTo>
                <a:lnTo>
                  <a:pt x="213868" y="2447290"/>
                </a:lnTo>
                <a:lnTo>
                  <a:pt x="213868" y="2410206"/>
                </a:lnTo>
                <a:lnTo>
                  <a:pt x="213868" y="2373122"/>
                </a:lnTo>
                <a:lnTo>
                  <a:pt x="221488" y="2373122"/>
                </a:lnTo>
                <a:lnTo>
                  <a:pt x="221488" y="2336038"/>
                </a:lnTo>
                <a:lnTo>
                  <a:pt x="229108" y="2336038"/>
                </a:lnTo>
                <a:lnTo>
                  <a:pt x="236855" y="2336038"/>
                </a:lnTo>
                <a:lnTo>
                  <a:pt x="252095" y="2336038"/>
                </a:lnTo>
                <a:lnTo>
                  <a:pt x="252095" y="2298954"/>
                </a:lnTo>
                <a:lnTo>
                  <a:pt x="259715" y="2298954"/>
                </a:lnTo>
                <a:lnTo>
                  <a:pt x="259715" y="2261870"/>
                </a:lnTo>
                <a:lnTo>
                  <a:pt x="267335" y="2261870"/>
                </a:lnTo>
                <a:lnTo>
                  <a:pt x="274955" y="2261870"/>
                </a:lnTo>
                <a:lnTo>
                  <a:pt x="282702" y="2261870"/>
                </a:lnTo>
                <a:lnTo>
                  <a:pt x="290322" y="2261870"/>
                </a:lnTo>
                <a:lnTo>
                  <a:pt x="297942" y="2261870"/>
                </a:lnTo>
                <a:lnTo>
                  <a:pt x="305562" y="2261870"/>
                </a:lnTo>
                <a:lnTo>
                  <a:pt x="305562" y="2224786"/>
                </a:lnTo>
                <a:lnTo>
                  <a:pt x="305562" y="2150618"/>
                </a:lnTo>
                <a:lnTo>
                  <a:pt x="313182" y="2150618"/>
                </a:lnTo>
                <a:lnTo>
                  <a:pt x="320802" y="2150618"/>
                </a:lnTo>
                <a:lnTo>
                  <a:pt x="328422" y="2150618"/>
                </a:lnTo>
                <a:lnTo>
                  <a:pt x="328422" y="2113534"/>
                </a:lnTo>
                <a:lnTo>
                  <a:pt x="328422" y="2076450"/>
                </a:lnTo>
                <a:lnTo>
                  <a:pt x="336169" y="2076450"/>
                </a:lnTo>
                <a:lnTo>
                  <a:pt x="343789" y="2076450"/>
                </a:lnTo>
                <a:lnTo>
                  <a:pt x="351409" y="2076450"/>
                </a:lnTo>
                <a:lnTo>
                  <a:pt x="359029" y="2076450"/>
                </a:lnTo>
                <a:lnTo>
                  <a:pt x="366649" y="2076450"/>
                </a:lnTo>
                <a:lnTo>
                  <a:pt x="374269" y="2076450"/>
                </a:lnTo>
                <a:lnTo>
                  <a:pt x="382016" y="2076450"/>
                </a:lnTo>
                <a:lnTo>
                  <a:pt x="389636" y="2076450"/>
                </a:lnTo>
                <a:lnTo>
                  <a:pt x="397256" y="2076450"/>
                </a:lnTo>
                <a:lnTo>
                  <a:pt x="397256" y="2039366"/>
                </a:lnTo>
                <a:lnTo>
                  <a:pt x="404876" y="2039366"/>
                </a:lnTo>
                <a:lnTo>
                  <a:pt x="412496" y="2039366"/>
                </a:lnTo>
                <a:lnTo>
                  <a:pt x="420116" y="2002282"/>
                </a:lnTo>
                <a:lnTo>
                  <a:pt x="427736" y="2002282"/>
                </a:lnTo>
                <a:lnTo>
                  <a:pt x="435483" y="1928114"/>
                </a:lnTo>
                <a:lnTo>
                  <a:pt x="443103" y="1928114"/>
                </a:lnTo>
                <a:lnTo>
                  <a:pt x="450723" y="1928114"/>
                </a:lnTo>
                <a:lnTo>
                  <a:pt x="450723" y="1891030"/>
                </a:lnTo>
                <a:lnTo>
                  <a:pt x="458343" y="1891030"/>
                </a:lnTo>
                <a:lnTo>
                  <a:pt x="465963" y="1891030"/>
                </a:lnTo>
                <a:lnTo>
                  <a:pt x="465963" y="1853946"/>
                </a:lnTo>
                <a:lnTo>
                  <a:pt x="473583" y="1853946"/>
                </a:lnTo>
                <a:lnTo>
                  <a:pt x="481330" y="1853946"/>
                </a:lnTo>
                <a:lnTo>
                  <a:pt x="488950" y="1853946"/>
                </a:lnTo>
                <a:lnTo>
                  <a:pt x="496570" y="1853946"/>
                </a:lnTo>
                <a:lnTo>
                  <a:pt x="504190" y="1853946"/>
                </a:lnTo>
                <a:lnTo>
                  <a:pt x="504190" y="1816862"/>
                </a:lnTo>
                <a:lnTo>
                  <a:pt x="519430" y="1816862"/>
                </a:lnTo>
                <a:lnTo>
                  <a:pt x="527050" y="1816862"/>
                </a:lnTo>
                <a:lnTo>
                  <a:pt x="542417" y="1816862"/>
                </a:lnTo>
                <a:lnTo>
                  <a:pt x="550037" y="1816862"/>
                </a:lnTo>
                <a:lnTo>
                  <a:pt x="550037" y="1779778"/>
                </a:lnTo>
                <a:lnTo>
                  <a:pt x="557657" y="1779778"/>
                </a:lnTo>
                <a:lnTo>
                  <a:pt x="565277" y="1779778"/>
                </a:lnTo>
                <a:lnTo>
                  <a:pt x="572897" y="1779778"/>
                </a:lnTo>
                <a:lnTo>
                  <a:pt x="580644" y="1779778"/>
                </a:lnTo>
                <a:lnTo>
                  <a:pt x="588264" y="1779778"/>
                </a:lnTo>
                <a:lnTo>
                  <a:pt x="595884" y="1779778"/>
                </a:lnTo>
                <a:lnTo>
                  <a:pt x="595884" y="1742821"/>
                </a:lnTo>
                <a:lnTo>
                  <a:pt x="603504" y="1742821"/>
                </a:lnTo>
                <a:lnTo>
                  <a:pt x="611124" y="1742821"/>
                </a:lnTo>
                <a:lnTo>
                  <a:pt x="611124" y="1705737"/>
                </a:lnTo>
                <a:lnTo>
                  <a:pt x="618744" y="1705737"/>
                </a:lnTo>
                <a:lnTo>
                  <a:pt x="626364" y="1705737"/>
                </a:lnTo>
                <a:lnTo>
                  <a:pt x="634111" y="1705737"/>
                </a:lnTo>
                <a:lnTo>
                  <a:pt x="641731" y="1705737"/>
                </a:lnTo>
                <a:lnTo>
                  <a:pt x="641731" y="1668653"/>
                </a:lnTo>
                <a:lnTo>
                  <a:pt x="649351" y="1668653"/>
                </a:lnTo>
                <a:lnTo>
                  <a:pt x="656971" y="1668653"/>
                </a:lnTo>
                <a:lnTo>
                  <a:pt x="656971" y="1631569"/>
                </a:lnTo>
                <a:lnTo>
                  <a:pt x="672211" y="1631569"/>
                </a:lnTo>
                <a:lnTo>
                  <a:pt x="672211" y="1594485"/>
                </a:lnTo>
                <a:lnTo>
                  <a:pt x="672211" y="1557401"/>
                </a:lnTo>
                <a:lnTo>
                  <a:pt x="679958" y="1557401"/>
                </a:lnTo>
                <a:lnTo>
                  <a:pt x="687578" y="1557401"/>
                </a:lnTo>
                <a:lnTo>
                  <a:pt x="695198" y="1557401"/>
                </a:lnTo>
                <a:lnTo>
                  <a:pt x="702818" y="1557401"/>
                </a:lnTo>
                <a:lnTo>
                  <a:pt x="710438" y="1557401"/>
                </a:lnTo>
                <a:lnTo>
                  <a:pt x="725678" y="1557401"/>
                </a:lnTo>
                <a:lnTo>
                  <a:pt x="733425" y="1557401"/>
                </a:lnTo>
                <a:lnTo>
                  <a:pt x="741045" y="1557401"/>
                </a:lnTo>
                <a:lnTo>
                  <a:pt x="748665" y="1557401"/>
                </a:lnTo>
                <a:lnTo>
                  <a:pt x="756285" y="1557401"/>
                </a:lnTo>
                <a:lnTo>
                  <a:pt x="763905" y="1557401"/>
                </a:lnTo>
                <a:lnTo>
                  <a:pt x="763905" y="1520317"/>
                </a:lnTo>
                <a:lnTo>
                  <a:pt x="763905" y="1483233"/>
                </a:lnTo>
                <a:lnTo>
                  <a:pt x="763905" y="1446149"/>
                </a:lnTo>
                <a:lnTo>
                  <a:pt x="771525" y="1446149"/>
                </a:lnTo>
                <a:lnTo>
                  <a:pt x="779272" y="1446149"/>
                </a:lnTo>
                <a:lnTo>
                  <a:pt x="786892" y="1446149"/>
                </a:lnTo>
                <a:lnTo>
                  <a:pt x="794512" y="1446149"/>
                </a:lnTo>
                <a:lnTo>
                  <a:pt x="802132" y="1446149"/>
                </a:lnTo>
                <a:lnTo>
                  <a:pt x="809752" y="1446149"/>
                </a:lnTo>
                <a:lnTo>
                  <a:pt x="817372" y="1446149"/>
                </a:lnTo>
                <a:lnTo>
                  <a:pt x="832739" y="1446149"/>
                </a:lnTo>
                <a:lnTo>
                  <a:pt x="855599" y="1446149"/>
                </a:lnTo>
                <a:lnTo>
                  <a:pt x="870839" y="1446149"/>
                </a:lnTo>
                <a:lnTo>
                  <a:pt x="878586" y="1446149"/>
                </a:lnTo>
                <a:lnTo>
                  <a:pt x="893826" y="1446149"/>
                </a:lnTo>
                <a:lnTo>
                  <a:pt x="901446" y="1446149"/>
                </a:lnTo>
                <a:lnTo>
                  <a:pt x="909066" y="1446149"/>
                </a:lnTo>
                <a:lnTo>
                  <a:pt x="909066" y="1409065"/>
                </a:lnTo>
                <a:lnTo>
                  <a:pt x="916686" y="1409065"/>
                </a:lnTo>
                <a:lnTo>
                  <a:pt x="932053" y="1409065"/>
                </a:lnTo>
                <a:lnTo>
                  <a:pt x="939673" y="1371981"/>
                </a:lnTo>
                <a:lnTo>
                  <a:pt x="947293" y="1371981"/>
                </a:lnTo>
                <a:lnTo>
                  <a:pt x="954913" y="1371981"/>
                </a:lnTo>
                <a:lnTo>
                  <a:pt x="962533" y="1371981"/>
                </a:lnTo>
                <a:lnTo>
                  <a:pt x="970153" y="1297813"/>
                </a:lnTo>
                <a:lnTo>
                  <a:pt x="977900" y="1297813"/>
                </a:lnTo>
                <a:lnTo>
                  <a:pt x="985520" y="1297813"/>
                </a:lnTo>
                <a:lnTo>
                  <a:pt x="985520" y="1260729"/>
                </a:lnTo>
                <a:lnTo>
                  <a:pt x="1000760" y="1260729"/>
                </a:lnTo>
                <a:lnTo>
                  <a:pt x="1008380" y="1260729"/>
                </a:lnTo>
                <a:lnTo>
                  <a:pt x="1016000" y="1260729"/>
                </a:lnTo>
                <a:lnTo>
                  <a:pt x="1023620" y="1260729"/>
                </a:lnTo>
                <a:lnTo>
                  <a:pt x="1031367" y="1223645"/>
                </a:lnTo>
                <a:lnTo>
                  <a:pt x="1046607" y="1223645"/>
                </a:lnTo>
                <a:lnTo>
                  <a:pt x="1054227" y="1223645"/>
                </a:lnTo>
                <a:lnTo>
                  <a:pt x="1061847" y="1223645"/>
                </a:lnTo>
                <a:lnTo>
                  <a:pt x="1069467" y="1223645"/>
                </a:lnTo>
                <a:lnTo>
                  <a:pt x="1077214" y="1223645"/>
                </a:lnTo>
                <a:lnTo>
                  <a:pt x="1084834" y="1186561"/>
                </a:lnTo>
                <a:lnTo>
                  <a:pt x="1084834" y="1149477"/>
                </a:lnTo>
                <a:lnTo>
                  <a:pt x="1100074" y="1149477"/>
                </a:lnTo>
                <a:lnTo>
                  <a:pt x="1107694" y="1112393"/>
                </a:lnTo>
                <a:lnTo>
                  <a:pt x="1122934" y="1112393"/>
                </a:lnTo>
                <a:lnTo>
                  <a:pt x="1130681" y="1112393"/>
                </a:lnTo>
                <a:lnTo>
                  <a:pt x="1138301" y="1112393"/>
                </a:lnTo>
                <a:lnTo>
                  <a:pt x="1145921" y="1112393"/>
                </a:lnTo>
                <a:lnTo>
                  <a:pt x="1153541" y="1075309"/>
                </a:lnTo>
                <a:lnTo>
                  <a:pt x="1168781" y="1075309"/>
                </a:lnTo>
                <a:lnTo>
                  <a:pt x="1176401" y="1075309"/>
                </a:lnTo>
                <a:lnTo>
                  <a:pt x="1191768" y="1075309"/>
                </a:lnTo>
                <a:lnTo>
                  <a:pt x="1199388" y="1075309"/>
                </a:lnTo>
                <a:lnTo>
                  <a:pt x="1207008" y="1075309"/>
                </a:lnTo>
                <a:lnTo>
                  <a:pt x="1222248" y="1075309"/>
                </a:lnTo>
                <a:lnTo>
                  <a:pt x="1229995" y="1075309"/>
                </a:lnTo>
                <a:lnTo>
                  <a:pt x="1237615" y="1075309"/>
                </a:lnTo>
                <a:lnTo>
                  <a:pt x="1237615" y="1038225"/>
                </a:lnTo>
                <a:lnTo>
                  <a:pt x="1245235" y="1038225"/>
                </a:lnTo>
                <a:lnTo>
                  <a:pt x="1252855" y="1038225"/>
                </a:lnTo>
                <a:lnTo>
                  <a:pt x="1275715" y="1001141"/>
                </a:lnTo>
                <a:lnTo>
                  <a:pt x="1283462" y="1001141"/>
                </a:lnTo>
                <a:lnTo>
                  <a:pt x="1291082" y="1001141"/>
                </a:lnTo>
                <a:lnTo>
                  <a:pt x="1298702" y="1001141"/>
                </a:lnTo>
                <a:lnTo>
                  <a:pt x="1306322" y="1001141"/>
                </a:lnTo>
                <a:lnTo>
                  <a:pt x="1313942" y="1001141"/>
                </a:lnTo>
                <a:lnTo>
                  <a:pt x="1329309" y="1001141"/>
                </a:lnTo>
                <a:lnTo>
                  <a:pt x="1336929" y="964057"/>
                </a:lnTo>
                <a:lnTo>
                  <a:pt x="1344549" y="964057"/>
                </a:lnTo>
                <a:lnTo>
                  <a:pt x="1367409" y="964057"/>
                </a:lnTo>
                <a:lnTo>
                  <a:pt x="1375029" y="964057"/>
                </a:lnTo>
                <a:lnTo>
                  <a:pt x="1382776" y="964057"/>
                </a:lnTo>
                <a:lnTo>
                  <a:pt x="1390396" y="964057"/>
                </a:lnTo>
                <a:lnTo>
                  <a:pt x="1405636" y="964057"/>
                </a:lnTo>
                <a:lnTo>
                  <a:pt x="1413256" y="964057"/>
                </a:lnTo>
                <a:lnTo>
                  <a:pt x="1420876" y="964057"/>
                </a:lnTo>
                <a:lnTo>
                  <a:pt x="1428623" y="964057"/>
                </a:lnTo>
                <a:lnTo>
                  <a:pt x="1451483" y="964057"/>
                </a:lnTo>
                <a:lnTo>
                  <a:pt x="1459103" y="964057"/>
                </a:lnTo>
                <a:lnTo>
                  <a:pt x="1474343" y="964057"/>
                </a:lnTo>
                <a:lnTo>
                  <a:pt x="1474343" y="926973"/>
                </a:lnTo>
                <a:lnTo>
                  <a:pt x="1489710" y="926973"/>
                </a:lnTo>
                <a:lnTo>
                  <a:pt x="1497330" y="926973"/>
                </a:lnTo>
                <a:lnTo>
                  <a:pt x="1497330" y="889889"/>
                </a:lnTo>
                <a:lnTo>
                  <a:pt x="1504950" y="852805"/>
                </a:lnTo>
                <a:lnTo>
                  <a:pt x="1512570" y="852805"/>
                </a:lnTo>
                <a:lnTo>
                  <a:pt x="1520190" y="852805"/>
                </a:lnTo>
                <a:lnTo>
                  <a:pt x="1527937" y="852805"/>
                </a:lnTo>
                <a:lnTo>
                  <a:pt x="1535557" y="815721"/>
                </a:lnTo>
                <a:lnTo>
                  <a:pt x="1543177" y="815721"/>
                </a:lnTo>
                <a:lnTo>
                  <a:pt x="1550797" y="815721"/>
                </a:lnTo>
                <a:lnTo>
                  <a:pt x="1558417" y="815721"/>
                </a:lnTo>
                <a:lnTo>
                  <a:pt x="1558417" y="778637"/>
                </a:lnTo>
                <a:lnTo>
                  <a:pt x="1566037" y="778637"/>
                </a:lnTo>
                <a:lnTo>
                  <a:pt x="1573657" y="778637"/>
                </a:lnTo>
                <a:lnTo>
                  <a:pt x="1581404" y="778637"/>
                </a:lnTo>
                <a:lnTo>
                  <a:pt x="1596644" y="778637"/>
                </a:lnTo>
                <a:lnTo>
                  <a:pt x="1611884" y="778637"/>
                </a:lnTo>
                <a:lnTo>
                  <a:pt x="1627251" y="778637"/>
                </a:lnTo>
                <a:lnTo>
                  <a:pt x="1634871" y="778637"/>
                </a:lnTo>
                <a:lnTo>
                  <a:pt x="1642491" y="778637"/>
                </a:lnTo>
                <a:lnTo>
                  <a:pt x="1657731" y="778637"/>
                </a:lnTo>
                <a:lnTo>
                  <a:pt x="1665351" y="778637"/>
                </a:lnTo>
                <a:lnTo>
                  <a:pt x="1665351" y="741680"/>
                </a:lnTo>
                <a:lnTo>
                  <a:pt x="1665351" y="704596"/>
                </a:lnTo>
                <a:lnTo>
                  <a:pt x="1680718" y="704596"/>
                </a:lnTo>
                <a:lnTo>
                  <a:pt x="1680718" y="667512"/>
                </a:lnTo>
                <a:lnTo>
                  <a:pt x="1695958" y="667512"/>
                </a:lnTo>
                <a:lnTo>
                  <a:pt x="1711198" y="667512"/>
                </a:lnTo>
                <a:lnTo>
                  <a:pt x="1718818" y="667512"/>
                </a:lnTo>
                <a:lnTo>
                  <a:pt x="1726565" y="667512"/>
                </a:lnTo>
                <a:lnTo>
                  <a:pt x="1734185" y="667512"/>
                </a:lnTo>
                <a:lnTo>
                  <a:pt x="1749425" y="667512"/>
                </a:lnTo>
                <a:lnTo>
                  <a:pt x="1757045" y="667512"/>
                </a:lnTo>
                <a:lnTo>
                  <a:pt x="1764665" y="667512"/>
                </a:lnTo>
                <a:lnTo>
                  <a:pt x="1787652" y="667512"/>
                </a:lnTo>
                <a:lnTo>
                  <a:pt x="1810512" y="630428"/>
                </a:lnTo>
                <a:lnTo>
                  <a:pt x="1810512" y="593344"/>
                </a:lnTo>
                <a:lnTo>
                  <a:pt x="1818132" y="593344"/>
                </a:lnTo>
                <a:lnTo>
                  <a:pt x="1833499" y="593344"/>
                </a:lnTo>
                <a:lnTo>
                  <a:pt x="1841119" y="593344"/>
                </a:lnTo>
                <a:lnTo>
                  <a:pt x="1848739" y="593344"/>
                </a:lnTo>
                <a:lnTo>
                  <a:pt x="1863979" y="593344"/>
                </a:lnTo>
                <a:lnTo>
                  <a:pt x="1871599" y="593344"/>
                </a:lnTo>
                <a:lnTo>
                  <a:pt x="1879346" y="593344"/>
                </a:lnTo>
                <a:lnTo>
                  <a:pt x="1894586" y="593344"/>
                </a:lnTo>
                <a:lnTo>
                  <a:pt x="1894586" y="556260"/>
                </a:lnTo>
                <a:lnTo>
                  <a:pt x="1894586" y="519176"/>
                </a:lnTo>
                <a:lnTo>
                  <a:pt x="1902206" y="519176"/>
                </a:lnTo>
                <a:lnTo>
                  <a:pt x="1909826" y="519176"/>
                </a:lnTo>
                <a:lnTo>
                  <a:pt x="1917446" y="519176"/>
                </a:lnTo>
                <a:lnTo>
                  <a:pt x="1932813" y="519176"/>
                </a:lnTo>
                <a:lnTo>
                  <a:pt x="1940433" y="482092"/>
                </a:lnTo>
                <a:lnTo>
                  <a:pt x="1955673" y="482092"/>
                </a:lnTo>
                <a:lnTo>
                  <a:pt x="1963293" y="482092"/>
                </a:lnTo>
                <a:lnTo>
                  <a:pt x="1970913" y="482092"/>
                </a:lnTo>
                <a:lnTo>
                  <a:pt x="1978660" y="482092"/>
                </a:lnTo>
                <a:lnTo>
                  <a:pt x="1993900" y="482092"/>
                </a:lnTo>
                <a:lnTo>
                  <a:pt x="2016760" y="482092"/>
                </a:lnTo>
                <a:lnTo>
                  <a:pt x="2024507" y="445008"/>
                </a:lnTo>
                <a:lnTo>
                  <a:pt x="2032127" y="445008"/>
                </a:lnTo>
                <a:lnTo>
                  <a:pt x="2032127" y="407924"/>
                </a:lnTo>
                <a:lnTo>
                  <a:pt x="2047367" y="407924"/>
                </a:lnTo>
                <a:lnTo>
                  <a:pt x="2062607" y="407924"/>
                </a:lnTo>
                <a:lnTo>
                  <a:pt x="2077974" y="407924"/>
                </a:lnTo>
                <a:lnTo>
                  <a:pt x="2085594" y="407924"/>
                </a:lnTo>
                <a:lnTo>
                  <a:pt x="2093214" y="407924"/>
                </a:lnTo>
                <a:lnTo>
                  <a:pt x="2100834" y="407924"/>
                </a:lnTo>
                <a:lnTo>
                  <a:pt x="2108454" y="407924"/>
                </a:lnTo>
                <a:lnTo>
                  <a:pt x="2123821" y="407924"/>
                </a:lnTo>
                <a:lnTo>
                  <a:pt x="2139061" y="407924"/>
                </a:lnTo>
                <a:lnTo>
                  <a:pt x="2139061" y="370840"/>
                </a:lnTo>
                <a:lnTo>
                  <a:pt x="2146681" y="370840"/>
                </a:lnTo>
                <a:lnTo>
                  <a:pt x="2161921" y="370840"/>
                </a:lnTo>
                <a:lnTo>
                  <a:pt x="2169541" y="370840"/>
                </a:lnTo>
                <a:lnTo>
                  <a:pt x="2177288" y="370840"/>
                </a:lnTo>
                <a:lnTo>
                  <a:pt x="2184908" y="370840"/>
                </a:lnTo>
                <a:lnTo>
                  <a:pt x="2200148" y="370840"/>
                </a:lnTo>
                <a:lnTo>
                  <a:pt x="2207768" y="370840"/>
                </a:lnTo>
                <a:lnTo>
                  <a:pt x="2207768" y="333756"/>
                </a:lnTo>
                <a:lnTo>
                  <a:pt x="2215388" y="296672"/>
                </a:lnTo>
                <a:lnTo>
                  <a:pt x="2223008" y="296672"/>
                </a:lnTo>
                <a:lnTo>
                  <a:pt x="2230755" y="296672"/>
                </a:lnTo>
                <a:lnTo>
                  <a:pt x="2238375" y="296672"/>
                </a:lnTo>
                <a:lnTo>
                  <a:pt x="2245995" y="296672"/>
                </a:lnTo>
                <a:lnTo>
                  <a:pt x="2261235" y="296672"/>
                </a:lnTo>
                <a:lnTo>
                  <a:pt x="2268855" y="296672"/>
                </a:lnTo>
                <a:lnTo>
                  <a:pt x="2276602" y="296672"/>
                </a:lnTo>
                <a:lnTo>
                  <a:pt x="2284222" y="296672"/>
                </a:lnTo>
                <a:lnTo>
                  <a:pt x="2291842" y="296672"/>
                </a:lnTo>
                <a:lnTo>
                  <a:pt x="2314702" y="296672"/>
                </a:lnTo>
                <a:lnTo>
                  <a:pt x="2330069" y="296672"/>
                </a:lnTo>
                <a:lnTo>
                  <a:pt x="2360549" y="296672"/>
                </a:lnTo>
                <a:lnTo>
                  <a:pt x="2368169" y="296672"/>
                </a:lnTo>
                <a:lnTo>
                  <a:pt x="2375916" y="296672"/>
                </a:lnTo>
                <a:lnTo>
                  <a:pt x="2375916" y="259588"/>
                </a:lnTo>
                <a:lnTo>
                  <a:pt x="2383536" y="259588"/>
                </a:lnTo>
                <a:lnTo>
                  <a:pt x="2391156" y="259588"/>
                </a:lnTo>
                <a:lnTo>
                  <a:pt x="2406396" y="259588"/>
                </a:lnTo>
                <a:lnTo>
                  <a:pt x="2421636" y="259588"/>
                </a:lnTo>
                <a:lnTo>
                  <a:pt x="2429383" y="259588"/>
                </a:lnTo>
                <a:lnTo>
                  <a:pt x="2437003" y="259588"/>
                </a:lnTo>
                <a:lnTo>
                  <a:pt x="2444623" y="259588"/>
                </a:lnTo>
                <a:lnTo>
                  <a:pt x="2452243" y="259588"/>
                </a:lnTo>
                <a:lnTo>
                  <a:pt x="2459863" y="259588"/>
                </a:lnTo>
                <a:lnTo>
                  <a:pt x="2475230" y="259588"/>
                </a:lnTo>
                <a:lnTo>
                  <a:pt x="2475230" y="222504"/>
                </a:lnTo>
                <a:lnTo>
                  <a:pt x="2482850" y="222504"/>
                </a:lnTo>
                <a:lnTo>
                  <a:pt x="2490470" y="222504"/>
                </a:lnTo>
                <a:lnTo>
                  <a:pt x="2498090" y="222504"/>
                </a:lnTo>
                <a:lnTo>
                  <a:pt x="2505710" y="222504"/>
                </a:lnTo>
                <a:lnTo>
                  <a:pt x="2513330" y="222504"/>
                </a:lnTo>
                <a:lnTo>
                  <a:pt x="2528697" y="222504"/>
                </a:lnTo>
                <a:lnTo>
                  <a:pt x="2543937" y="222504"/>
                </a:lnTo>
                <a:lnTo>
                  <a:pt x="2551557" y="185420"/>
                </a:lnTo>
                <a:lnTo>
                  <a:pt x="2559177" y="185420"/>
                </a:lnTo>
                <a:lnTo>
                  <a:pt x="2566797" y="185420"/>
                </a:lnTo>
                <a:lnTo>
                  <a:pt x="2574544" y="185420"/>
                </a:lnTo>
                <a:lnTo>
                  <a:pt x="2589784" y="185420"/>
                </a:lnTo>
                <a:lnTo>
                  <a:pt x="2597404" y="185420"/>
                </a:lnTo>
                <a:lnTo>
                  <a:pt x="2605024" y="185420"/>
                </a:lnTo>
                <a:lnTo>
                  <a:pt x="2612644" y="185420"/>
                </a:lnTo>
                <a:lnTo>
                  <a:pt x="2612644" y="148336"/>
                </a:lnTo>
                <a:lnTo>
                  <a:pt x="2620264" y="148336"/>
                </a:lnTo>
                <a:lnTo>
                  <a:pt x="2628011" y="148336"/>
                </a:lnTo>
                <a:lnTo>
                  <a:pt x="2650871" y="148336"/>
                </a:lnTo>
                <a:lnTo>
                  <a:pt x="2658491" y="148336"/>
                </a:lnTo>
                <a:lnTo>
                  <a:pt x="2666111" y="148336"/>
                </a:lnTo>
                <a:lnTo>
                  <a:pt x="2673858" y="148336"/>
                </a:lnTo>
                <a:lnTo>
                  <a:pt x="2681478" y="148336"/>
                </a:lnTo>
                <a:lnTo>
                  <a:pt x="2689098" y="148336"/>
                </a:lnTo>
                <a:lnTo>
                  <a:pt x="2696718" y="111252"/>
                </a:lnTo>
                <a:lnTo>
                  <a:pt x="2711958" y="111252"/>
                </a:lnTo>
                <a:lnTo>
                  <a:pt x="2719578" y="111252"/>
                </a:lnTo>
                <a:lnTo>
                  <a:pt x="2727325" y="111252"/>
                </a:lnTo>
                <a:lnTo>
                  <a:pt x="2742565" y="74168"/>
                </a:lnTo>
                <a:lnTo>
                  <a:pt x="2750185" y="74168"/>
                </a:lnTo>
                <a:lnTo>
                  <a:pt x="2757805" y="74168"/>
                </a:lnTo>
                <a:lnTo>
                  <a:pt x="2765425" y="74168"/>
                </a:lnTo>
                <a:lnTo>
                  <a:pt x="2773172" y="74168"/>
                </a:lnTo>
                <a:lnTo>
                  <a:pt x="2780792" y="74168"/>
                </a:lnTo>
                <a:lnTo>
                  <a:pt x="2788412" y="74168"/>
                </a:lnTo>
                <a:lnTo>
                  <a:pt x="2796032" y="74168"/>
                </a:lnTo>
                <a:lnTo>
                  <a:pt x="2803652" y="74168"/>
                </a:lnTo>
                <a:lnTo>
                  <a:pt x="2811272" y="74168"/>
                </a:lnTo>
                <a:lnTo>
                  <a:pt x="2818892" y="74168"/>
                </a:lnTo>
                <a:lnTo>
                  <a:pt x="2826639" y="74168"/>
                </a:lnTo>
                <a:lnTo>
                  <a:pt x="2841879" y="74168"/>
                </a:lnTo>
                <a:lnTo>
                  <a:pt x="2849499" y="37084"/>
                </a:lnTo>
                <a:lnTo>
                  <a:pt x="2857119" y="37084"/>
                </a:lnTo>
                <a:lnTo>
                  <a:pt x="2872486" y="37084"/>
                </a:lnTo>
                <a:lnTo>
                  <a:pt x="2880106" y="37084"/>
                </a:lnTo>
                <a:lnTo>
                  <a:pt x="2895346" y="37084"/>
                </a:lnTo>
                <a:lnTo>
                  <a:pt x="2902966" y="37084"/>
                </a:lnTo>
                <a:lnTo>
                  <a:pt x="2918206" y="37084"/>
                </a:lnTo>
                <a:lnTo>
                  <a:pt x="2925953" y="37084"/>
                </a:lnTo>
                <a:lnTo>
                  <a:pt x="2925953" y="0"/>
                </a:lnTo>
                <a:lnTo>
                  <a:pt x="2933573" y="0"/>
                </a:lnTo>
                <a:lnTo>
                  <a:pt x="2941193" y="0"/>
                </a:lnTo>
                <a:lnTo>
                  <a:pt x="2948813" y="0"/>
                </a:lnTo>
                <a:lnTo>
                  <a:pt x="2964053" y="0"/>
                </a:lnTo>
                <a:lnTo>
                  <a:pt x="2971800" y="0"/>
                </a:lnTo>
                <a:lnTo>
                  <a:pt x="2979420" y="0"/>
                </a:lnTo>
                <a:lnTo>
                  <a:pt x="2987040" y="0"/>
                </a:lnTo>
                <a:lnTo>
                  <a:pt x="2994660" y="0"/>
                </a:lnTo>
                <a:lnTo>
                  <a:pt x="3002280" y="0"/>
                </a:lnTo>
                <a:lnTo>
                  <a:pt x="3009900" y="0"/>
                </a:lnTo>
                <a:lnTo>
                  <a:pt x="3017520" y="0"/>
                </a:lnTo>
                <a:lnTo>
                  <a:pt x="3025267" y="0"/>
                </a:lnTo>
                <a:lnTo>
                  <a:pt x="3032887" y="0"/>
                </a:lnTo>
                <a:lnTo>
                  <a:pt x="30405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 cap="rnd">
            <a:solidFill>
              <a:srgbClr val="0072B2"/>
            </a:solidFill>
            <a:prstDash val="solid"/>
            <a:round/>
          </a:ln>
        </p:spPr>
      </p:sp>
      <p:sp>
        <p:nvSpPr>
          <p:cNvPr id="582" name="element_0582_polyline">
            <a:extLst xmlns:a="http://schemas.openxmlformats.org/drawingml/2006/main">
              <a:ext uri="{FF2B5EF4-FFF2-40B4-BE49-F238E27FC236}">
                <a16:creationId xmlns:a16="http://schemas.microsoft.com/office/drawing/2014/main" id="{D87B069E-61E1-464C-8914-17D9BE5F1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918" y="3596259"/>
            <a:ext cx="3040507" cy="3040507"/>
          </a:xfrm>
          <a:custGeom xmlns:a="http://schemas.openxmlformats.org/drawingml/2006/main">
            <a:pathLst>
              <a:path w="3040507" h="3040507">
                <a:moveTo>
                  <a:pt x="0" y="3040507"/>
                </a:moveTo>
                <a:lnTo>
                  <a:pt x="0" y="3028569"/>
                </a:lnTo>
                <a:lnTo>
                  <a:pt x="0" y="3016504"/>
                </a:lnTo>
                <a:lnTo>
                  <a:pt x="0" y="3004439"/>
                </a:lnTo>
                <a:lnTo>
                  <a:pt x="0" y="2992501"/>
                </a:lnTo>
                <a:lnTo>
                  <a:pt x="0" y="2979674"/>
                </a:lnTo>
                <a:lnTo>
                  <a:pt x="0" y="2965323"/>
                </a:lnTo>
                <a:lnTo>
                  <a:pt x="0" y="2953258"/>
                </a:lnTo>
                <a:lnTo>
                  <a:pt x="0" y="2941193"/>
                </a:lnTo>
                <a:lnTo>
                  <a:pt x="19304" y="2941193"/>
                </a:lnTo>
                <a:lnTo>
                  <a:pt x="19304" y="2929763"/>
                </a:lnTo>
                <a:moveTo>
                  <a:pt x="58039" y="2838450"/>
                </a:moveTo>
                <a:lnTo>
                  <a:pt x="58039" y="2829941"/>
                </a:lnTo>
                <a:lnTo>
                  <a:pt x="77470" y="2829941"/>
                </a:lnTo>
                <a:lnTo>
                  <a:pt x="77470" y="2814447"/>
                </a:lnTo>
                <a:lnTo>
                  <a:pt x="96774" y="2814447"/>
                </a:lnTo>
                <a:lnTo>
                  <a:pt x="96774" y="2799334"/>
                </a:lnTo>
                <a:lnTo>
                  <a:pt x="96774" y="2787269"/>
                </a:lnTo>
                <a:lnTo>
                  <a:pt x="96774" y="2775204"/>
                </a:lnTo>
                <a:lnTo>
                  <a:pt x="96774" y="2763266"/>
                </a:lnTo>
                <a:lnTo>
                  <a:pt x="96774" y="2751201"/>
                </a:lnTo>
                <a:lnTo>
                  <a:pt x="96774" y="2747137"/>
                </a:lnTo>
                <a:moveTo>
                  <a:pt x="135509" y="2655824"/>
                </a:moveTo>
                <a:lnTo>
                  <a:pt x="135509" y="2650236"/>
                </a:lnTo>
                <a:lnTo>
                  <a:pt x="135509" y="2638171"/>
                </a:lnTo>
                <a:lnTo>
                  <a:pt x="135509" y="2626233"/>
                </a:lnTo>
                <a:lnTo>
                  <a:pt x="135509" y="2614168"/>
                </a:lnTo>
                <a:lnTo>
                  <a:pt x="135509" y="2599436"/>
                </a:lnTo>
                <a:lnTo>
                  <a:pt x="135509" y="2587498"/>
                </a:lnTo>
                <a:lnTo>
                  <a:pt x="135509" y="2575433"/>
                </a:lnTo>
                <a:lnTo>
                  <a:pt x="135509" y="2546096"/>
                </a:lnTo>
                <a:lnTo>
                  <a:pt x="135509" y="2534158"/>
                </a:lnTo>
                <a:lnTo>
                  <a:pt x="135509" y="2525776"/>
                </a:lnTo>
                <a:moveTo>
                  <a:pt x="137414" y="2397633"/>
                </a:moveTo>
                <a:lnTo>
                  <a:pt x="154940" y="2397633"/>
                </a:lnTo>
                <a:lnTo>
                  <a:pt x="174244" y="2397633"/>
                </a:lnTo>
                <a:lnTo>
                  <a:pt x="174244" y="2385568"/>
                </a:lnTo>
                <a:lnTo>
                  <a:pt x="174244" y="2373630"/>
                </a:lnTo>
                <a:lnTo>
                  <a:pt x="174244" y="2361565"/>
                </a:lnTo>
                <a:lnTo>
                  <a:pt x="193675" y="2361565"/>
                </a:lnTo>
                <a:lnTo>
                  <a:pt x="212979" y="2361565"/>
                </a:lnTo>
                <a:lnTo>
                  <a:pt x="212979" y="2349246"/>
                </a:lnTo>
                <a:lnTo>
                  <a:pt x="212979" y="2343150"/>
                </a:lnTo>
                <a:moveTo>
                  <a:pt x="212979" y="2213102"/>
                </a:moveTo>
                <a:lnTo>
                  <a:pt x="212979" y="2202815"/>
                </a:lnTo>
                <a:lnTo>
                  <a:pt x="212979" y="2164715"/>
                </a:lnTo>
                <a:lnTo>
                  <a:pt x="232410" y="2164715"/>
                </a:lnTo>
                <a:lnTo>
                  <a:pt x="232410" y="2152650"/>
                </a:lnTo>
                <a:lnTo>
                  <a:pt x="232410" y="2140712"/>
                </a:lnTo>
                <a:lnTo>
                  <a:pt x="251714" y="2140712"/>
                </a:lnTo>
                <a:lnTo>
                  <a:pt x="251714" y="2127250"/>
                </a:lnTo>
                <a:lnTo>
                  <a:pt x="251714" y="2121789"/>
                </a:lnTo>
                <a:moveTo>
                  <a:pt x="306487" y="2037969"/>
                </a:moveTo>
                <a:lnTo>
                  <a:pt x="309880" y="2037969"/>
                </a:lnTo>
                <a:lnTo>
                  <a:pt x="309880" y="2021840"/>
                </a:lnTo>
                <a:lnTo>
                  <a:pt x="309880" y="2009775"/>
                </a:lnTo>
                <a:lnTo>
                  <a:pt x="329184" y="2009775"/>
                </a:lnTo>
                <a:lnTo>
                  <a:pt x="348615" y="2009775"/>
                </a:lnTo>
                <a:lnTo>
                  <a:pt x="348615" y="1997456"/>
                </a:lnTo>
                <a:lnTo>
                  <a:pt x="348615" y="1984629"/>
                </a:lnTo>
                <a:lnTo>
                  <a:pt x="348615" y="1972564"/>
                </a:lnTo>
                <a:lnTo>
                  <a:pt x="348615" y="1960499"/>
                </a:lnTo>
                <a:lnTo>
                  <a:pt x="348615" y="1950049"/>
                </a:lnTo>
                <a:moveTo>
                  <a:pt x="387350" y="1858736"/>
                </a:moveTo>
                <a:lnTo>
                  <a:pt x="387350" y="1853819"/>
                </a:lnTo>
                <a:lnTo>
                  <a:pt x="387350" y="1823974"/>
                </a:lnTo>
                <a:lnTo>
                  <a:pt x="387350" y="1811909"/>
                </a:lnTo>
                <a:lnTo>
                  <a:pt x="387350" y="1799971"/>
                </a:lnTo>
                <a:lnTo>
                  <a:pt x="387350" y="1782953"/>
                </a:lnTo>
                <a:lnTo>
                  <a:pt x="406654" y="1782953"/>
                </a:lnTo>
                <a:lnTo>
                  <a:pt x="426085" y="1782953"/>
                </a:lnTo>
                <a:lnTo>
                  <a:pt x="426085" y="1770761"/>
                </a:lnTo>
                <a:lnTo>
                  <a:pt x="429423" y="1770761"/>
                </a:lnTo>
                <a:moveTo>
                  <a:pt x="464820" y="1676110"/>
                </a:moveTo>
                <a:lnTo>
                  <a:pt x="464820" y="1668018"/>
                </a:lnTo>
                <a:lnTo>
                  <a:pt x="484124" y="1668018"/>
                </a:lnTo>
                <a:lnTo>
                  <a:pt x="484124" y="1656080"/>
                </a:lnTo>
                <a:lnTo>
                  <a:pt x="484124" y="1644015"/>
                </a:lnTo>
                <a:lnTo>
                  <a:pt x="484124" y="1630553"/>
                </a:lnTo>
                <a:lnTo>
                  <a:pt x="484124" y="1615186"/>
                </a:lnTo>
                <a:lnTo>
                  <a:pt x="484124" y="1603248"/>
                </a:lnTo>
                <a:lnTo>
                  <a:pt x="484124" y="1577975"/>
                </a:lnTo>
                <a:lnTo>
                  <a:pt x="490862" y="1567317"/>
                </a:lnTo>
                <a:moveTo>
                  <a:pt x="581025" y="1518415"/>
                </a:moveTo>
                <a:lnTo>
                  <a:pt x="581025" y="1515999"/>
                </a:lnTo>
                <a:lnTo>
                  <a:pt x="581025" y="1503934"/>
                </a:lnTo>
                <a:lnTo>
                  <a:pt x="600329" y="1503934"/>
                </a:lnTo>
                <a:lnTo>
                  <a:pt x="619760" y="1503934"/>
                </a:lnTo>
                <a:lnTo>
                  <a:pt x="619760" y="1479931"/>
                </a:lnTo>
                <a:lnTo>
                  <a:pt x="639064" y="1479931"/>
                </a:lnTo>
                <a:lnTo>
                  <a:pt x="658495" y="1455801"/>
                </a:lnTo>
                <a:lnTo>
                  <a:pt x="658495" y="1453257"/>
                </a:lnTo>
                <a:moveTo>
                  <a:pt x="739906" y="1404620"/>
                </a:moveTo>
                <a:lnTo>
                  <a:pt x="755269" y="1404620"/>
                </a:lnTo>
                <a:lnTo>
                  <a:pt x="755269" y="1390777"/>
                </a:lnTo>
                <a:lnTo>
                  <a:pt x="774700" y="1390777"/>
                </a:lnTo>
                <a:lnTo>
                  <a:pt x="774700" y="1378712"/>
                </a:lnTo>
                <a:lnTo>
                  <a:pt x="774700" y="1366774"/>
                </a:lnTo>
                <a:lnTo>
                  <a:pt x="794004" y="1354709"/>
                </a:lnTo>
                <a:lnTo>
                  <a:pt x="813308" y="1342644"/>
                </a:lnTo>
                <a:lnTo>
                  <a:pt x="813308" y="1330765"/>
                </a:lnTo>
                <a:moveTo>
                  <a:pt x="875233" y="1260898"/>
                </a:moveTo>
                <a:lnTo>
                  <a:pt x="890778" y="1250569"/>
                </a:lnTo>
                <a:lnTo>
                  <a:pt x="910209" y="1250569"/>
                </a:lnTo>
                <a:lnTo>
                  <a:pt x="910209" y="1238250"/>
                </a:lnTo>
                <a:lnTo>
                  <a:pt x="910209" y="1226185"/>
                </a:lnTo>
                <a:lnTo>
                  <a:pt x="910209" y="1213993"/>
                </a:lnTo>
                <a:lnTo>
                  <a:pt x="948944" y="1187831"/>
                </a:lnTo>
                <a:lnTo>
                  <a:pt x="957579" y="1187831"/>
                </a:lnTo>
                <a:moveTo>
                  <a:pt x="1044398" y="1136586"/>
                </a:moveTo>
                <a:lnTo>
                  <a:pt x="1045718" y="1135761"/>
                </a:lnTo>
                <a:lnTo>
                  <a:pt x="1045718" y="1121029"/>
                </a:lnTo>
                <a:lnTo>
                  <a:pt x="1065149" y="1106424"/>
                </a:lnTo>
                <a:lnTo>
                  <a:pt x="1065149" y="1094359"/>
                </a:lnTo>
                <a:lnTo>
                  <a:pt x="1065149" y="1080643"/>
                </a:lnTo>
                <a:lnTo>
                  <a:pt x="1065149" y="1068578"/>
                </a:lnTo>
                <a:lnTo>
                  <a:pt x="1103884" y="1068578"/>
                </a:lnTo>
                <a:lnTo>
                  <a:pt x="1103884" y="1055707"/>
                </a:lnTo>
                <a:moveTo>
                  <a:pt x="1186656" y="987552"/>
                </a:moveTo>
                <a:lnTo>
                  <a:pt x="1220089" y="987552"/>
                </a:lnTo>
                <a:lnTo>
                  <a:pt x="1220089" y="975487"/>
                </a:lnTo>
                <a:lnTo>
                  <a:pt x="1220089" y="951484"/>
                </a:lnTo>
                <a:lnTo>
                  <a:pt x="1220089" y="939419"/>
                </a:lnTo>
                <a:lnTo>
                  <a:pt x="1239393" y="927354"/>
                </a:lnTo>
                <a:lnTo>
                  <a:pt x="1258824" y="927354"/>
                </a:lnTo>
                <a:lnTo>
                  <a:pt x="1258824" y="921068"/>
                </a:lnTo>
                <a:moveTo>
                  <a:pt x="1371155" y="903351"/>
                </a:moveTo>
                <a:lnTo>
                  <a:pt x="1375029" y="903351"/>
                </a:lnTo>
                <a:lnTo>
                  <a:pt x="1375029" y="891413"/>
                </a:lnTo>
                <a:lnTo>
                  <a:pt x="1375029" y="876681"/>
                </a:lnTo>
                <a:lnTo>
                  <a:pt x="1394333" y="876681"/>
                </a:lnTo>
                <a:lnTo>
                  <a:pt x="1394333" y="864616"/>
                </a:lnTo>
                <a:lnTo>
                  <a:pt x="1394333" y="852678"/>
                </a:lnTo>
                <a:lnTo>
                  <a:pt x="1394333" y="840613"/>
                </a:lnTo>
                <a:lnTo>
                  <a:pt x="1413764" y="828548"/>
                </a:lnTo>
                <a:lnTo>
                  <a:pt x="1413764" y="816610"/>
                </a:lnTo>
                <a:lnTo>
                  <a:pt x="1421128" y="810893"/>
                </a:lnTo>
                <a:moveTo>
                  <a:pt x="1524001" y="768216"/>
                </a:moveTo>
                <a:lnTo>
                  <a:pt x="1529969" y="759206"/>
                </a:lnTo>
                <a:lnTo>
                  <a:pt x="1549273" y="731647"/>
                </a:lnTo>
                <a:lnTo>
                  <a:pt x="1549273" y="719582"/>
                </a:lnTo>
                <a:lnTo>
                  <a:pt x="1588008" y="719582"/>
                </a:lnTo>
                <a:lnTo>
                  <a:pt x="1607439" y="719582"/>
                </a:lnTo>
                <a:lnTo>
                  <a:pt x="1607439" y="707517"/>
                </a:lnTo>
                <a:lnTo>
                  <a:pt x="1610737" y="707517"/>
                </a:lnTo>
                <a:moveTo>
                  <a:pt x="1683023" y="632587"/>
                </a:moveTo>
                <a:lnTo>
                  <a:pt x="1684909" y="632587"/>
                </a:lnTo>
                <a:lnTo>
                  <a:pt x="1704213" y="632587"/>
                </a:lnTo>
                <a:lnTo>
                  <a:pt x="1704213" y="618871"/>
                </a:lnTo>
                <a:lnTo>
                  <a:pt x="1723644" y="602234"/>
                </a:lnTo>
                <a:lnTo>
                  <a:pt x="1742948" y="590169"/>
                </a:lnTo>
                <a:lnTo>
                  <a:pt x="1742948" y="578231"/>
                </a:lnTo>
                <a:lnTo>
                  <a:pt x="1777808" y="578231"/>
                </a:lnTo>
                <a:moveTo>
                  <a:pt x="1859153" y="529528"/>
                </a:moveTo>
                <a:lnTo>
                  <a:pt x="1859153" y="525018"/>
                </a:lnTo>
                <a:lnTo>
                  <a:pt x="1859153" y="512953"/>
                </a:lnTo>
                <a:lnTo>
                  <a:pt x="1878457" y="512953"/>
                </a:lnTo>
                <a:lnTo>
                  <a:pt x="1897888" y="500888"/>
                </a:lnTo>
                <a:lnTo>
                  <a:pt x="1897888" y="488950"/>
                </a:lnTo>
                <a:lnTo>
                  <a:pt x="1897888" y="476885"/>
                </a:lnTo>
                <a:lnTo>
                  <a:pt x="1917192" y="476885"/>
                </a:lnTo>
                <a:lnTo>
                  <a:pt x="1917192" y="463677"/>
                </a:lnTo>
                <a:lnTo>
                  <a:pt x="1931974" y="463677"/>
                </a:lnTo>
                <a:moveTo>
                  <a:pt x="2014093" y="397654"/>
                </a:moveTo>
                <a:lnTo>
                  <a:pt x="2014093" y="385826"/>
                </a:lnTo>
                <a:lnTo>
                  <a:pt x="2033397" y="385826"/>
                </a:lnTo>
                <a:lnTo>
                  <a:pt x="2052828" y="372999"/>
                </a:lnTo>
                <a:lnTo>
                  <a:pt x="2072132" y="372999"/>
                </a:lnTo>
                <a:lnTo>
                  <a:pt x="2072132" y="329692"/>
                </a:lnTo>
                <a:lnTo>
                  <a:pt x="2072132" y="317754"/>
                </a:lnTo>
                <a:lnTo>
                  <a:pt x="2073216" y="317754"/>
                </a:lnTo>
                <a:moveTo>
                  <a:pt x="2188337" y="302827"/>
                </a:moveTo>
                <a:lnTo>
                  <a:pt x="2188337" y="288671"/>
                </a:lnTo>
                <a:lnTo>
                  <a:pt x="2188337" y="276733"/>
                </a:lnTo>
                <a:lnTo>
                  <a:pt x="2207768" y="276733"/>
                </a:lnTo>
                <a:lnTo>
                  <a:pt x="2227072" y="276733"/>
                </a:lnTo>
                <a:lnTo>
                  <a:pt x="2246503" y="276733"/>
                </a:lnTo>
                <a:lnTo>
                  <a:pt x="2265807" y="276733"/>
                </a:lnTo>
                <a:lnTo>
                  <a:pt x="2285238" y="276733"/>
                </a:lnTo>
                <a:lnTo>
                  <a:pt x="2290581" y="272128"/>
                </a:lnTo>
                <a:moveTo>
                  <a:pt x="2379361" y="207270"/>
                </a:moveTo>
                <a:lnTo>
                  <a:pt x="2382012" y="205613"/>
                </a:lnTo>
                <a:lnTo>
                  <a:pt x="2401443" y="205613"/>
                </a:lnTo>
                <a:lnTo>
                  <a:pt x="2420747" y="205613"/>
                </a:lnTo>
                <a:lnTo>
                  <a:pt x="2420747" y="191262"/>
                </a:lnTo>
                <a:lnTo>
                  <a:pt x="2420747" y="179324"/>
                </a:lnTo>
                <a:lnTo>
                  <a:pt x="2440178" y="179324"/>
                </a:lnTo>
                <a:lnTo>
                  <a:pt x="2482645" y="179324"/>
                </a:lnTo>
                <a:moveTo>
                  <a:pt x="2569005" y="135636"/>
                </a:moveTo>
                <a:lnTo>
                  <a:pt x="2595118" y="135636"/>
                </a:lnTo>
                <a:lnTo>
                  <a:pt x="2614422" y="135636"/>
                </a:lnTo>
                <a:lnTo>
                  <a:pt x="2633853" y="108839"/>
                </a:lnTo>
                <a:lnTo>
                  <a:pt x="2653157" y="108839"/>
                </a:lnTo>
                <a:lnTo>
                  <a:pt x="2672588" y="108839"/>
                </a:lnTo>
                <a:lnTo>
                  <a:pt x="2672588" y="96044"/>
                </a:lnTo>
                <a:moveTo>
                  <a:pt x="2785840" y="79248"/>
                </a:moveTo>
                <a:lnTo>
                  <a:pt x="2788793" y="79248"/>
                </a:lnTo>
                <a:lnTo>
                  <a:pt x="2788793" y="67183"/>
                </a:lnTo>
                <a:lnTo>
                  <a:pt x="2788793" y="53086"/>
                </a:lnTo>
                <a:lnTo>
                  <a:pt x="2808097" y="53086"/>
                </a:lnTo>
                <a:lnTo>
                  <a:pt x="2827528" y="53086"/>
                </a:lnTo>
                <a:lnTo>
                  <a:pt x="2846832" y="40259"/>
                </a:lnTo>
                <a:lnTo>
                  <a:pt x="2866136" y="40259"/>
                </a:lnTo>
                <a:lnTo>
                  <a:pt x="2866136" y="28194"/>
                </a:lnTo>
                <a:lnTo>
                  <a:pt x="2873788" y="28194"/>
                </a:lnTo>
                <a:moveTo>
                  <a:pt x="2975642" y="0"/>
                </a:moveTo>
                <a:lnTo>
                  <a:pt x="2982341" y="0"/>
                </a:lnTo>
                <a:lnTo>
                  <a:pt x="3001772" y="0"/>
                </a:lnTo>
                <a:lnTo>
                  <a:pt x="3021076" y="0"/>
                </a:lnTo>
                <a:lnTo>
                  <a:pt x="30405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 cap="rnd">
            <a:solidFill>
              <a:srgbClr val="E69F00"/>
            </a:solidFill>
            <a:prstDash val="solid"/>
            <a:round/>
          </a:ln>
        </p:spPr>
      </p:sp>
      <p:sp>
        <p:nvSpPr>
          <p:cNvPr id="583" name="element_0583_polyline">
            <a:extLst xmlns:a="http://schemas.openxmlformats.org/drawingml/2006/main">
              <a:ext uri="{FF2B5EF4-FFF2-40B4-BE49-F238E27FC236}">
                <a16:creationId xmlns:a16="http://schemas.microsoft.com/office/drawing/2014/main" id="{C47CE309-9059-4737-93B2-CA45A43BA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918" y="3596259"/>
            <a:ext cx="3040507" cy="3040507"/>
          </a:xfrm>
          <a:custGeom xmlns:a="http://schemas.openxmlformats.org/drawingml/2006/main">
            <a:pathLst>
              <a:path w="3040507" h="3040507">
                <a:moveTo>
                  <a:pt x="0" y="3040507"/>
                </a:moveTo>
                <a:lnTo>
                  <a:pt x="0" y="3031363"/>
                </a:lnTo>
                <a:lnTo>
                  <a:pt x="0" y="3022346"/>
                </a:lnTo>
                <a:lnTo>
                  <a:pt x="0" y="3013202"/>
                </a:lnTo>
                <a:lnTo>
                  <a:pt x="0" y="3007995"/>
                </a:lnTo>
                <a:moveTo>
                  <a:pt x="0" y="2910459"/>
                </a:moveTo>
                <a:lnTo>
                  <a:pt x="0" y="2908300"/>
                </a:lnTo>
                <a:lnTo>
                  <a:pt x="0" y="2899156"/>
                </a:lnTo>
                <a:lnTo>
                  <a:pt x="0" y="2884678"/>
                </a:lnTo>
                <a:lnTo>
                  <a:pt x="0" y="2875661"/>
                </a:lnTo>
                <a:lnTo>
                  <a:pt x="0" y="2866517"/>
                </a:lnTo>
                <a:lnTo>
                  <a:pt x="0" y="2852293"/>
                </a:lnTo>
                <a:lnTo>
                  <a:pt x="0" y="2840482"/>
                </a:lnTo>
                <a:lnTo>
                  <a:pt x="0" y="2825750"/>
                </a:lnTo>
                <a:lnTo>
                  <a:pt x="0" y="2814320"/>
                </a:lnTo>
                <a:lnTo>
                  <a:pt x="0" y="2805176"/>
                </a:lnTo>
                <a:lnTo>
                  <a:pt x="0" y="2796032"/>
                </a:lnTo>
                <a:lnTo>
                  <a:pt x="0" y="2787015"/>
                </a:lnTo>
                <a:lnTo>
                  <a:pt x="0" y="2780411"/>
                </a:lnTo>
                <a:moveTo>
                  <a:pt x="0" y="2682875"/>
                </a:moveTo>
                <a:lnTo>
                  <a:pt x="0" y="2680970"/>
                </a:lnTo>
                <a:lnTo>
                  <a:pt x="0" y="2670429"/>
                </a:lnTo>
                <a:lnTo>
                  <a:pt x="0" y="2661412"/>
                </a:lnTo>
                <a:lnTo>
                  <a:pt x="0" y="2652268"/>
                </a:lnTo>
                <a:lnTo>
                  <a:pt x="0" y="2650363"/>
                </a:lnTo>
                <a:moveTo>
                  <a:pt x="0" y="2552827"/>
                </a:moveTo>
                <a:lnTo>
                  <a:pt x="0" y="2542794"/>
                </a:lnTo>
                <a:lnTo>
                  <a:pt x="0" y="2533650"/>
                </a:lnTo>
                <a:lnTo>
                  <a:pt x="0" y="2524506"/>
                </a:lnTo>
                <a:lnTo>
                  <a:pt x="0" y="2515489"/>
                </a:lnTo>
                <a:lnTo>
                  <a:pt x="0" y="2506345"/>
                </a:lnTo>
                <a:lnTo>
                  <a:pt x="0" y="2488057"/>
                </a:lnTo>
                <a:lnTo>
                  <a:pt x="0" y="2478913"/>
                </a:lnTo>
                <a:lnTo>
                  <a:pt x="56134" y="2478913"/>
                </a:lnTo>
                <a:moveTo>
                  <a:pt x="111633" y="2436876"/>
                </a:moveTo>
                <a:lnTo>
                  <a:pt x="126619" y="2436876"/>
                </a:lnTo>
                <a:lnTo>
                  <a:pt x="126619" y="2427605"/>
                </a:lnTo>
                <a:lnTo>
                  <a:pt x="126619" y="2419350"/>
                </a:lnTo>
                <a:moveTo>
                  <a:pt x="126619" y="2321814"/>
                </a:moveTo>
                <a:lnTo>
                  <a:pt x="126619" y="2316480"/>
                </a:lnTo>
                <a:lnTo>
                  <a:pt x="126619" y="2287651"/>
                </a:lnTo>
                <a:lnTo>
                  <a:pt x="126619" y="2273173"/>
                </a:lnTo>
                <a:lnTo>
                  <a:pt x="126619" y="2264029"/>
                </a:lnTo>
                <a:lnTo>
                  <a:pt x="126619" y="2254885"/>
                </a:lnTo>
                <a:lnTo>
                  <a:pt x="126619" y="2228215"/>
                </a:lnTo>
                <a:lnTo>
                  <a:pt x="126619" y="2218055"/>
                </a:lnTo>
                <a:lnTo>
                  <a:pt x="126619" y="2208911"/>
                </a:lnTo>
                <a:lnTo>
                  <a:pt x="126619" y="2199005"/>
                </a:lnTo>
                <a:lnTo>
                  <a:pt x="126619" y="2191766"/>
                </a:lnTo>
                <a:moveTo>
                  <a:pt x="189992" y="2157603"/>
                </a:moveTo>
                <a:lnTo>
                  <a:pt x="189992" y="2125472"/>
                </a:lnTo>
                <a:lnTo>
                  <a:pt x="189992" y="2125091"/>
                </a:lnTo>
                <a:moveTo>
                  <a:pt x="252095" y="2089658"/>
                </a:moveTo>
                <a:lnTo>
                  <a:pt x="253365" y="2089658"/>
                </a:lnTo>
                <a:lnTo>
                  <a:pt x="316738" y="2089658"/>
                </a:lnTo>
                <a:lnTo>
                  <a:pt x="316738" y="2080260"/>
                </a:lnTo>
                <a:lnTo>
                  <a:pt x="316738" y="2070608"/>
                </a:lnTo>
                <a:lnTo>
                  <a:pt x="316738" y="2061464"/>
                </a:lnTo>
                <a:lnTo>
                  <a:pt x="316738" y="2052320"/>
                </a:lnTo>
                <a:lnTo>
                  <a:pt x="316738" y="2042541"/>
                </a:lnTo>
                <a:lnTo>
                  <a:pt x="316738" y="2033524"/>
                </a:lnTo>
                <a:lnTo>
                  <a:pt x="316738" y="2024380"/>
                </a:lnTo>
                <a:lnTo>
                  <a:pt x="316738" y="2024253"/>
                </a:lnTo>
                <a:moveTo>
                  <a:pt x="316738" y="1926717"/>
                </a:moveTo>
                <a:lnTo>
                  <a:pt x="316738" y="1918843"/>
                </a:lnTo>
                <a:lnTo>
                  <a:pt x="316738" y="1909699"/>
                </a:lnTo>
                <a:lnTo>
                  <a:pt x="316738" y="1896872"/>
                </a:lnTo>
                <a:lnTo>
                  <a:pt x="316738" y="1894205"/>
                </a:lnTo>
                <a:moveTo>
                  <a:pt x="316738" y="1796669"/>
                </a:moveTo>
                <a:lnTo>
                  <a:pt x="316738" y="1788922"/>
                </a:lnTo>
                <a:lnTo>
                  <a:pt x="316738" y="1779778"/>
                </a:lnTo>
                <a:lnTo>
                  <a:pt x="316738" y="1770634"/>
                </a:lnTo>
                <a:lnTo>
                  <a:pt x="316738" y="1760474"/>
                </a:lnTo>
                <a:lnTo>
                  <a:pt x="316738" y="1748790"/>
                </a:lnTo>
                <a:lnTo>
                  <a:pt x="316738" y="1739773"/>
                </a:lnTo>
                <a:lnTo>
                  <a:pt x="316738" y="1720596"/>
                </a:lnTo>
                <a:lnTo>
                  <a:pt x="367380" y="1701922"/>
                </a:lnTo>
                <a:moveTo>
                  <a:pt x="385986" y="1617678"/>
                </a:moveTo>
                <a:lnTo>
                  <a:pt x="417219" y="1608647"/>
                </a:lnTo>
                <a:moveTo>
                  <a:pt x="443357" y="1530762"/>
                </a:moveTo>
                <a:lnTo>
                  <a:pt x="443357" y="1512697"/>
                </a:lnTo>
                <a:lnTo>
                  <a:pt x="443357" y="1502156"/>
                </a:lnTo>
                <a:lnTo>
                  <a:pt x="443357" y="1493012"/>
                </a:lnTo>
                <a:lnTo>
                  <a:pt x="443357" y="1483868"/>
                </a:lnTo>
                <a:lnTo>
                  <a:pt x="443357" y="1474851"/>
                </a:lnTo>
                <a:lnTo>
                  <a:pt x="443357" y="1465707"/>
                </a:lnTo>
                <a:lnTo>
                  <a:pt x="443357" y="1454023"/>
                </a:lnTo>
                <a:lnTo>
                  <a:pt x="443357" y="1444879"/>
                </a:lnTo>
                <a:lnTo>
                  <a:pt x="443357" y="1425448"/>
                </a:lnTo>
                <a:lnTo>
                  <a:pt x="468091" y="1425448"/>
                </a:lnTo>
                <a:moveTo>
                  <a:pt x="555721" y="1415542"/>
                </a:moveTo>
                <a:lnTo>
                  <a:pt x="570103" y="1415542"/>
                </a:lnTo>
                <a:lnTo>
                  <a:pt x="570103" y="1405509"/>
                </a:lnTo>
                <a:lnTo>
                  <a:pt x="570103" y="1397412"/>
                </a:lnTo>
                <a:moveTo>
                  <a:pt x="619383" y="1342045"/>
                </a:moveTo>
                <a:lnTo>
                  <a:pt x="696722" y="1329944"/>
                </a:lnTo>
                <a:lnTo>
                  <a:pt x="696722" y="1320292"/>
                </a:lnTo>
                <a:lnTo>
                  <a:pt x="696722" y="1310259"/>
                </a:lnTo>
                <a:lnTo>
                  <a:pt x="696722" y="1299591"/>
                </a:lnTo>
                <a:lnTo>
                  <a:pt x="717918" y="1296533"/>
                </a:lnTo>
                <a:moveTo>
                  <a:pt x="803191" y="1271757"/>
                </a:moveTo>
                <a:lnTo>
                  <a:pt x="823468" y="1268222"/>
                </a:lnTo>
                <a:lnTo>
                  <a:pt x="823468" y="1259078"/>
                </a:lnTo>
                <a:lnTo>
                  <a:pt x="823468" y="1256293"/>
                </a:lnTo>
                <a:moveTo>
                  <a:pt x="823468" y="1158757"/>
                </a:moveTo>
                <a:lnTo>
                  <a:pt x="823468" y="1149096"/>
                </a:lnTo>
                <a:lnTo>
                  <a:pt x="823468" y="1139952"/>
                </a:lnTo>
                <a:lnTo>
                  <a:pt x="823468" y="1130808"/>
                </a:lnTo>
                <a:lnTo>
                  <a:pt x="823468" y="1112647"/>
                </a:lnTo>
                <a:lnTo>
                  <a:pt x="823468" y="1103503"/>
                </a:lnTo>
                <a:lnTo>
                  <a:pt x="823468" y="1079881"/>
                </a:lnTo>
                <a:lnTo>
                  <a:pt x="823468" y="1056640"/>
                </a:lnTo>
                <a:lnTo>
                  <a:pt x="823468" y="1047496"/>
                </a:lnTo>
                <a:lnTo>
                  <a:pt x="823468" y="1038352"/>
                </a:lnTo>
                <a:lnTo>
                  <a:pt x="823468" y="1028709"/>
                </a:lnTo>
                <a:moveTo>
                  <a:pt x="916550" y="1024255"/>
                </a:moveTo>
                <a:lnTo>
                  <a:pt x="949062" y="1024255"/>
                </a:lnTo>
                <a:moveTo>
                  <a:pt x="1013460" y="991117"/>
                </a:moveTo>
                <a:lnTo>
                  <a:pt x="1013460" y="987171"/>
                </a:lnTo>
                <a:lnTo>
                  <a:pt x="1013460" y="978154"/>
                </a:lnTo>
                <a:lnTo>
                  <a:pt x="1013460" y="969010"/>
                </a:lnTo>
                <a:lnTo>
                  <a:pt x="1013460" y="959866"/>
                </a:lnTo>
                <a:lnTo>
                  <a:pt x="1013460" y="950722"/>
                </a:lnTo>
                <a:lnTo>
                  <a:pt x="1013460" y="941705"/>
                </a:lnTo>
                <a:lnTo>
                  <a:pt x="1013460" y="930275"/>
                </a:lnTo>
                <a:lnTo>
                  <a:pt x="1076833" y="930275"/>
                </a:lnTo>
                <a:lnTo>
                  <a:pt x="1076833" y="924442"/>
                </a:lnTo>
                <a:moveTo>
                  <a:pt x="1140206" y="890279"/>
                </a:moveTo>
                <a:lnTo>
                  <a:pt x="1140206" y="866648"/>
                </a:lnTo>
                <a:lnTo>
                  <a:pt x="1148638" y="863860"/>
                </a:lnTo>
                <a:moveTo>
                  <a:pt x="1204386" y="806831"/>
                </a:moveTo>
                <a:lnTo>
                  <a:pt x="1266825" y="806831"/>
                </a:lnTo>
                <a:lnTo>
                  <a:pt x="1266825" y="796544"/>
                </a:lnTo>
                <a:lnTo>
                  <a:pt x="1266825" y="787527"/>
                </a:lnTo>
                <a:lnTo>
                  <a:pt x="1266825" y="778383"/>
                </a:lnTo>
                <a:lnTo>
                  <a:pt x="1266825" y="768223"/>
                </a:lnTo>
                <a:lnTo>
                  <a:pt x="1266825" y="759079"/>
                </a:lnTo>
                <a:lnTo>
                  <a:pt x="1266825" y="749935"/>
                </a:lnTo>
                <a:lnTo>
                  <a:pt x="1266825" y="739521"/>
                </a:lnTo>
                <a:lnTo>
                  <a:pt x="1266825" y="739222"/>
                </a:lnTo>
                <a:moveTo>
                  <a:pt x="1266825" y="641686"/>
                </a:moveTo>
                <a:lnTo>
                  <a:pt x="1266825" y="635000"/>
                </a:lnTo>
                <a:lnTo>
                  <a:pt x="1266825" y="620522"/>
                </a:lnTo>
                <a:lnTo>
                  <a:pt x="1266825" y="609174"/>
                </a:lnTo>
                <a:moveTo>
                  <a:pt x="1336720" y="581533"/>
                </a:moveTo>
                <a:lnTo>
                  <a:pt x="1393571" y="581533"/>
                </a:lnTo>
                <a:lnTo>
                  <a:pt x="1393571" y="572389"/>
                </a:lnTo>
                <a:lnTo>
                  <a:pt x="1393571" y="563245"/>
                </a:lnTo>
                <a:lnTo>
                  <a:pt x="1393571" y="554101"/>
                </a:lnTo>
                <a:lnTo>
                  <a:pt x="1439336" y="554101"/>
                </a:lnTo>
                <a:moveTo>
                  <a:pt x="1517196" y="526340"/>
                </a:moveTo>
                <a:lnTo>
                  <a:pt x="1520190" y="525907"/>
                </a:lnTo>
                <a:lnTo>
                  <a:pt x="1520190" y="514604"/>
                </a:lnTo>
                <a:lnTo>
                  <a:pt x="1538374" y="514604"/>
                </a:lnTo>
                <a:moveTo>
                  <a:pt x="1625777" y="497888"/>
                </a:moveTo>
                <a:lnTo>
                  <a:pt x="1646936" y="494284"/>
                </a:lnTo>
                <a:lnTo>
                  <a:pt x="1710309" y="494284"/>
                </a:lnTo>
                <a:lnTo>
                  <a:pt x="1710309" y="485140"/>
                </a:lnTo>
                <a:lnTo>
                  <a:pt x="1710309" y="458724"/>
                </a:lnTo>
                <a:lnTo>
                  <a:pt x="1710309" y="449073"/>
                </a:lnTo>
                <a:moveTo>
                  <a:pt x="1775713" y="416941"/>
                </a:moveTo>
                <a:lnTo>
                  <a:pt x="1808225" y="416941"/>
                </a:lnTo>
                <a:moveTo>
                  <a:pt x="1900301" y="411481"/>
                </a:moveTo>
                <a:lnTo>
                  <a:pt x="1900301" y="394843"/>
                </a:lnTo>
                <a:lnTo>
                  <a:pt x="1900301" y="385699"/>
                </a:lnTo>
                <a:lnTo>
                  <a:pt x="1900301" y="370840"/>
                </a:lnTo>
                <a:lnTo>
                  <a:pt x="1963674" y="370840"/>
                </a:lnTo>
                <a:lnTo>
                  <a:pt x="1989708" y="370840"/>
                </a:lnTo>
                <a:moveTo>
                  <a:pt x="2087244" y="370840"/>
                </a:moveTo>
                <a:lnTo>
                  <a:pt x="2090293" y="370840"/>
                </a:lnTo>
                <a:lnTo>
                  <a:pt x="2119756" y="370840"/>
                </a:lnTo>
                <a:moveTo>
                  <a:pt x="2204719" y="358267"/>
                </a:moveTo>
                <a:lnTo>
                  <a:pt x="2217039" y="358267"/>
                </a:lnTo>
                <a:lnTo>
                  <a:pt x="2280412" y="349123"/>
                </a:lnTo>
                <a:lnTo>
                  <a:pt x="2280412" y="336042"/>
                </a:lnTo>
                <a:lnTo>
                  <a:pt x="2280412" y="326136"/>
                </a:lnTo>
                <a:lnTo>
                  <a:pt x="2280412" y="316992"/>
                </a:lnTo>
                <a:lnTo>
                  <a:pt x="2280412" y="306070"/>
                </a:lnTo>
                <a:lnTo>
                  <a:pt x="2280412" y="296926"/>
                </a:lnTo>
                <a:lnTo>
                  <a:pt x="2281914" y="296926"/>
                </a:lnTo>
                <a:moveTo>
                  <a:pt x="2343658" y="261134"/>
                </a:moveTo>
                <a:lnTo>
                  <a:pt x="2343658" y="253238"/>
                </a:lnTo>
                <a:lnTo>
                  <a:pt x="2343658" y="240919"/>
                </a:lnTo>
                <a:lnTo>
                  <a:pt x="2343658" y="228622"/>
                </a:lnTo>
                <a:moveTo>
                  <a:pt x="2409422" y="196850"/>
                </a:moveTo>
                <a:lnTo>
                  <a:pt x="2470404" y="196850"/>
                </a:lnTo>
                <a:lnTo>
                  <a:pt x="2533777" y="196850"/>
                </a:lnTo>
                <a:lnTo>
                  <a:pt x="2533777" y="191157"/>
                </a:lnTo>
                <a:moveTo>
                  <a:pt x="2582523" y="142367"/>
                </a:moveTo>
                <a:lnTo>
                  <a:pt x="2597150" y="142367"/>
                </a:lnTo>
                <a:lnTo>
                  <a:pt x="2597150" y="131191"/>
                </a:lnTo>
                <a:lnTo>
                  <a:pt x="2603859" y="131191"/>
                </a:lnTo>
                <a:moveTo>
                  <a:pt x="2666978" y="96774"/>
                </a:moveTo>
                <a:lnTo>
                  <a:pt x="2723769" y="96774"/>
                </a:lnTo>
                <a:lnTo>
                  <a:pt x="2787142" y="96774"/>
                </a:lnTo>
                <a:lnTo>
                  <a:pt x="2787142" y="87122"/>
                </a:lnTo>
                <a:lnTo>
                  <a:pt x="2787374" y="87122"/>
                </a:lnTo>
                <a:moveTo>
                  <a:pt x="2859129" y="61341"/>
                </a:moveTo>
                <a:lnTo>
                  <a:pt x="2891641" y="61341"/>
                </a:lnTo>
                <a:moveTo>
                  <a:pt x="2967841" y="40005"/>
                </a:moveTo>
                <a:lnTo>
                  <a:pt x="2977134" y="40005"/>
                </a:lnTo>
                <a:lnTo>
                  <a:pt x="2977134" y="25273"/>
                </a:lnTo>
                <a:lnTo>
                  <a:pt x="2977134" y="0"/>
                </a:lnTo>
                <a:lnTo>
                  <a:pt x="30405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 cap="rnd">
            <a:solidFill>
              <a:srgbClr val="009E73"/>
            </a:solidFill>
            <a:prstDash val="solid"/>
            <a:round/>
          </a:ln>
        </p:spPr>
      </p:sp>
      <p:sp>
        <p:nvSpPr>
          <p:cNvPr id="584" name="element_0584_rect">
            <a:extLst xmlns:a="http://schemas.openxmlformats.org/drawingml/2006/main">
              <a:ext uri="{FF2B5EF4-FFF2-40B4-BE49-F238E27FC236}">
                <a16:creationId xmlns:a16="http://schemas.microsoft.com/office/drawing/2014/main" id="{AD65F9DB-5A87-4DDE-98B5-11405B3BB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3439" y="5712587"/>
            <a:ext cx="1320673" cy="77228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049" cap="rnd">
            <a:noFill/>
            <a:prstDash val="solid"/>
            <a:round/>
          </a:ln>
        </p:spPr>
      </p:sp>
      <p:sp>
        <p:nvSpPr>
          <p:cNvPr id="585" name="element_0585_rect">
            <a:extLst xmlns:a="http://schemas.openxmlformats.org/drawingml/2006/main">
              <a:ext uri="{FF2B5EF4-FFF2-40B4-BE49-F238E27FC236}">
                <a16:creationId xmlns:a16="http://schemas.microsoft.com/office/drawing/2014/main" id="{F2D65BAC-C3FD-43F6-84A0-8094DC379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0462" y="5769483"/>
            <a:ext cx="197993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049" cap="rnd">
            <a:noFill/>
            <a:prstDash val="solid"/>
            <a:round/>
          </a:ln>
        </p:spPr>
      </p:sp>
      <p:sp>
        <p:nvSpPr>
          <p:cNvPr id="586" name="element_0586_line">
            <a:extLst xmlns:a="http://schemas.openxmlformats.org/drawingml/2006/main">
              <a:ext uri="{FF2B5EF4-FFF2-40B4-BE49-F238E27FC236}">
                <a16:creationId xmlns:a16="http://schemas.microsoft.com/office/drawing/2014/main" id="{70EC017A-EAA6-4C86-974D-A4D18A46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0274" y="5879211"/>
            <a:ext cx="158369" cy="10"/>
          </a:xfrm>
          <a:custGeom xmlns:a="http://schemas.openxmlformats.org/drawingml/2006/main">
            <a:pathLst>
              <a:path w="158369" h="10">
                <a:moveTo>
                  <a:pt x="0" y="0"/>
                </a:moveTo>
                <a:lnTo>
                  <a:pt x="15836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 cap="rnd">
            <a:solidFill>
              <a:srgbClr val="0072B2"/>
            </a:solidFill>
            <a:prstDash val="solid"/>
            <a:round/>
          </a:ln>
        </p:spPr>
      </p:sp>
      <p:sp>
        <p:nvSpPr>
          <p:cNvPr id="587" name="element_0587_rect">
            <a:extLst xmlns:a="http://schemas.openxmlformats.org/drawingml/2006/main">
              <a:ext uri="{FF2B5EF4-FFF2-40B4-BE49-F238E27FC236}">
                <a16:creationId xmlns:a16="http://schemas.microsoft.com/office/drawing/2014/main" id="{32F4ABF7-E8CE-4910-947D-6E8B3E6B3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0462" y="5988939"/>
            <a:ext cx="197993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049" cap="rnd">
            <a:noFill/>
            <a:prstDash val="solid"/>
            <a:round/>
          </a:ln>
        </p:spPr>
      </p:sp>
      <p:sp>
        <p:nvSpPr>
          <p:cNvPr id="588" name="element_0588_line">
            <a:extLst xmlns:a="http://schemas.openxmlformats.org/drawingml/2006/main">
              <a:ext uri="{FF2B5EF4-FFF2-40B4-BE49-F238E27FC236}">
                <a16:creationId xmlns:a16="http://schemas.microsoft.com/office/drawing/2014/main" id="{C11EA526-1C48-41B9-B9B0-F0D584777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0274" y="6098667"/>
            <a:ext cx="130048" cy="10"/>
          </a:xfrm>
          <a:custGeom xmlns:a="http://schemas.openxmlformats.org/drawingml/2006/main">
            <a:pathLst>
              <a:path w="130048" h="10">
                <a:moveTo>
                  <a:pt x="0" y="0"/>
                </a:moveTo>
                <a:lnTo>
                  <a:pt x="13004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 cap="rnd">
            <a:solidFill>
              <a:srgbClr val="E69F00"/>
            </a:solidFill>
            <a:prstDash val="solid"/>
            <a:round/>
          </a:ln>
        </p:spPr>
      </p:sp>
      <p:sp>
        <p:nvSpPr>
          <p:cNvPr id="589" name="element_0589_rect">
            <a:extLst xmlns:a="http://schemas.openxmlformats.org/drawingml/2006/main">
              <a:ext uri="{FF2B5EF4-FFF2-40B4-BE49-F238E27FC236}">
                <a16:creationId xmlns:a16="http://schemas.microsoft.com/office/drawing/2014/main" id="{37812291-87B9-4FA7-998F-4A9A42994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0462" y="6208395"/>
            <a:ext cx="197993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049" cap="rnd">
            <a:noFill/>
            <a:prstDash val="solid"/>
            <a:round/>
          </a:ln>
        </p:spPr>
      </p:sp>
      <p:sp>
        <p:nvSpPr>
          <p:cNvPr id="590" name="element_0590_line">
            <a:extLst xmlns:a="http://schemas.openxmlformats.org/drawingml/2006/main">
              <a:ext uri="{FF2B5EF4-FFF2-40B4-BE49-F238E27FC236}">
                <a16:creationId xmlns:a16="http://schemas.microsoft.com/office/drawing/2014/main" id="{9F03B0DD-BA7B-49A9-B7DC-E74B36B57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0274" y="6318123"/>
            <a:ext cx="158369" cy="10"/>
          </a:xfrm>
          <a:custGeom xmlns:a="http://schemas.openxmlformats.org/drawingml/2006/main">
            <a:pathLst>
              <a:path w="158369" h="10">
                <a:moveTo>
                  <a:pt x="0" y="0"/>
                </a:moveTo>
                <a:lnTo>
                  <a:pt x="32512" y="0"/>
                </a:lnTo>
                <a:moveTo>
                  <a:pt x="130048" y="0"/>
                </a:moveTo>
                <a:lnTo>
                  <a:pt x="15836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 cap="rnd">
            <a:solidFill>
              <a:srgbClr val="009E73"/>
            </a:solidFill>
            <a:prstDash val="solid"/>
            <a:round/>
          </a:ln>
        </p:spPr>
      </p:sp>
      <p:sp>
        <p:nvSpPr>
          <p:cNvPr id="591" name="element_0591_text_1 year: AUC = 0.67">
            <a:extLst xmlns:a="http://schemas.openxmlformats.org/drawingml/2006/main">
              <a:ext uri="{FF2B5EF4-FFF2-40B4-BE49-F238E27FC236}">
                <a16:creationId xmlns:a16="http://schemas.microsoft.com/office/drawing/2014/main" id="{D0DADA49-2F46-463A-9D46-FA150FF62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35351" y="5816810"/>
            <a:ext cx="86134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8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 year: AUC = 0.67</a:t>
            </a:r>
          </a:p>
        </p:txBody>
      </p:sp>
      <p:sp>
        <p:nvSpPr>
          <p:cNvPr id="592" name="element_0592_text_3 years: AUC = 0.70">
            <a:extLst xmlns:a="http://schemas.openxmlformats.org/drawingml/2006/main">
              <a:ext uri="{FF2B5EF4-FFF2-40B4-BE49-F238E27FC236}">
                <a16:creationId xmlns:a16="http://schemas.microsoft.com/office/drawing/2014/main" id="{A2E70E98-54CC-4E9D-879B-FAE786EA1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35351" y="6036266"/>
            <a:ext cx="912114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8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 years: AUC = 0.70</a:t>
            </a:r>
          </a:p>
        </p:txBody>
      </p:sp>
      <p:sp>
        <p:nvSpPr>
          <p:cNvPr id="593" name="element_0593_text_5 years*: AUC = 0.74">
            <a:extLst xmlns:a="http://schemas.openxmlformats.org/drawingml/2006/main">
              <a:ext uri="{FF2B5EF4-FFF2-40B4-BE49-F238E27FC236}">
                <a16:creationId xmlns:a16="http://schemas.microsoft.com/office/drawing/2014/main" id="{A0022936-78CC-4631-9497-39323F573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35351" y="6255722"/>
            <a:ext cx="95164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8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 years*: AUC = 0.74</a:t>
            </a:r>
          </a:p>
        </p:txBody>
      </p:sp>
      <p:sp>
        <p:nvSpPr>
          <p:cNvPr id="594" name="element_0594_polyline">
            <a:extLst xmlns:a="http://schemas.openxmlformats.org/drawingml/2006/main">
              <a:ext uri="{FF2B5EF4-FFF2-40B4-BE49-F238E27FC236}">
                <a16:creationId xmlns:a16="http://schemas.microsoft.com/office/drawing/2014/main" id="{00708687-BD6A-4D66-847C-22A152A5A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918" y="3596259"/>
            <a:ext cx="10" cy="3040507"/>
          </a:xfrm>
          <a:custGeom xmlns:a="http://schemas.openxmlformats.org/drawingml/2006/main">
            <a:pathLst>
              <a:path w="10" h="3040507">
                <a:moveTo>
                  <a:pt x="0" y="30405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 cap="rnd">
            <a:solidFill>
              <a:srgbClr val="000000"/>
            </a:solidFill>
            <a:prstDash val="solid"/>
            <a:round/>
          </a:ln>
        </p:spPr>
      </p:sp>
      <p:sp>
        <p:nvSpPr>
          <p:cNvPr id="595" name="element_0595_text_0.0">
            <a:extLst xmlns:a="http://schemas.openxmlformats.org/drawingml/2006/main">
              <a:ext uri="{FF2B5EF4-FFF2-40B4-BE49-F238E27FC236}">
                <a16:creationId xmlns:a16="http://schemas.microsoft.com/office/drawing/2014/main" id="{B2A6B5A4-E851-48F1-9D19-E14727B75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4226" y="6570608"/>
            <a:ext cx="150971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8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596" name="element_0596_text_0.2">
            <a:extLst xmlns:a="http://schemas.openxmlformats.org/drawingml/2006/main">
              <a:ext uri="{FF2B5EF4-FFF2-40B4-BE49-F238E27FC236}">
                <a16:creationId xmlns:a16="http://schemas.microsoft.com/office/drawing/2014/main" id="{E72098C9-1E3A-4C93-BE62-AB4D55CA8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4226" y="5962532"/>
            <a:ext cx="150971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8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0.2</a:t>
            </a:r>
          </a:p>
        </p:txBody>
      </p:sp>
      <p:sp>
        <p:nvSpPr>
          <p:cNvPr id="597" name="element_0597_text_0.4">
            <a:extLst xmlns:a="http://schemas.openxmlformats.org/drawingml/2006/main">
              <a:ext uri="{FF2B5EF4-FFF2-40B4-BE49-F238E27FC236}">
                <a16:creationId xmlns:a16="http://schemas.microsoft.com/office/drawing/2014/main" id="{AB40E726-4196-4F88-A771-A6B7586D3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4226" y="5354329"/>
            <a:ext cx="150971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8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0.4</a:t>
            </a:r>
          </a:p>
        </p:txBody>
      </p:sp>
      <p:sp>
        <p:nvSpPr>
          <p:cNvPr id="598" name="element_0598_text_0.6">
            <a:extLst xmlns:a="http://schemas.openxmlformats.org/drawingml/2006/main">
              <a:ext uri="{FF2B5EF4-FFF2-40B4-BE49-F238E27FC236}">
                <a16:creationId xmlns:a16="http://schemas.microsoft.com/office/drawing/2014/main" id="{4BAE4C9E-3699-4DFD-9A76-40372B132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4226" y="4746253"/>
            <a:ext cx="150971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8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0.6</a:t>
            </a:r>
          </a:p>
        </p:txBody>
      </p:sp>
      <p:sp>
        <p:nvSpPr>
          <p:cNvPr id="599" name="element_0599_text_0.8">
            <a:extLst xmlns:a="http://schemas.openxmlformats.org/drawingml/2006/main">
              <a:ext uri="{FF2B5EF4-FFF2-40B4-BE49-F238E27FC236}">
                <a16:creationId xmlns:a16="http://schemas.microsoft.com/office/drawing/2014/main" id="{151E3531-F0F6-44D1-8425-4EE46B6F2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4226" y="4138177"/>
            <a:ext cx="150971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8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0.8</a:t>
            </a:r>
          </a:p>
        </p:txBody>
      </p:sp>
      <p:sp>
        <p:nvSpPr>
          <p:cNvPr id="600" name="element_0600_text_1.0">
            <a:extLst xmlns:a="http://schemas.openxmlformats.org/drawingml/2006/main">
              <a:ext uri="{FF2B5EF4-FFF2-40B4-BE49-F238E27FC236}">
                <a16:creationId xmlns:a16="http://schemas.microsoft.com/office/drawing/2014/main" id="{6665F682-2CD3-4668-9572-7E8FF9029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4226" y="3530101"/>
            <a:ext cx="150971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8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1.0</a:t>
            </a:r>
          </a:p>
        </p:txBody>
      </p:sp>
      <p:sp>
        <p:nvSpPr>
          <p:cNvPr id="601" name="element_0601_polyline">
            <a:extLst xmlns:a="http://schemas.openxmlformats.org/drawingml/2006/main">
              <a:ext uri="{FF2B5EF4-FFF2-40B4-BE49-F238E27FC236}">
                <a16:creationId xmlns:a16="http://schemas.microsoft.com/office/drawing/2014/main" id="{20061FFB-C410-4D6C-8F73-4431B02EE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918" y="6636766"/>
            <a:ext cx="53975" cy="10"/>
          </a:xfrm>
          <a:custGeom xmlns:a="http://schemas.openxmlformats.org/drawingml/2006/main">
            <a:pathLst>
              <a:path w="53975" h="10">
                <a:moveTo>
                  <a:pt x="539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 cap="rnd">
            <a:solidFill>
              <a:srgbClr val="000000"/>
            </a:solidFill>
            <a:prstDash val="solid"/>
            <a:round/>
          </a:ln>
        </p:spPr>
      </p:sp>
      <p:sp>
        <p:nvSpPr>
          <p:cNvPr id="602" name="element_0602_polyline">
            <a:extLst xmlns:a="http://schemas.openxmlformats.org/drawingml/2006/main">
              <a:ext uri="{FF2B5EF4-FFF2-40B4-BE49-F238E27FC236}">
                <a16:creationId xmlns:a16="http://schemas.microsoft.com/office/drawing/2014/main" id="{8C262CB6-9994-49DA-B57B-81C16D333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918" y="6028690"/>
            <a:ext cx="53975" cy="10"/>
          </a:xfrm>
          <a:custGeom xmlns:a="http://schemas.openxmlformats.org/drawingml/2006/main">
            <a:pathLst>
              <a:path w="53975" h="10">
                <a:moveTo>
                  <a:pt x="539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 cap="rnd">
            <a:solidFill>
              <a:srgbClr val="000000"/>
            </a:solidFill>
            <a:prstDash val="solid"/>
            <a:round/>
          </a:ln>
        </p:spPr>
      </p:sp>
      <p:sp>
        <p:nvSpPr>
          <p:cNvPr id="603" name="element_0603_polyline">
            <a:extLst xmlns:a="http://schemas.openxmlformats.org/drawingml/2006/main">
              <a:ext uri="{FF2B5EF4-FFF2-40B4-BE49-F238E27FC236}">
                <a16:creationId xmlns:a16="http://schemas.microsoft.com/office/drawing/2014/main" id="{89C0134A-57FB-4EB5-846E-466608C13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918" y="5420614"/>
            <a:ext cx="53975" cy="10"/>
          </a:xfrm>
          <a:custGeom xmlns:a="http://schemas.openxmlformats.org/drawingml/2006/main">
            <a:pathLst>
              <a:path w="53975" h="10">
                <a:moveTo>
                  <a:pt x="539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 cap="rnd">
            <a:solidFill>
              <a:srgbClr val="000000"/>
            </a:solidFill>
            <a:prstDash val="solid"/>
            <a:round/>
          </a:ln>
        </p:spPr>
      </p:sp>
      <p:sp>
        <p:nvSpPr>
          <p:cNvPr id="604" name="element_0604_polyline">
            <a:extLst xmlns:a="http://schemas.openxmlformats.org/drawingml/2006/main">
              <a:ext uri="{FF2B5EF4-FFF2-40B4-BE49-F238E27FC236}">
                <a16:creationId xmlns:a16="http://schemas.microsoft.com/office/drawing/2014/main" id="{CC19D429-6495-4532-AD5C-AFF29782E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918" y="4812538"/>
            <a:ext cx="53975" cy="10"/>
          </a:xfrm>
          <a:custGeom xmlns:a="http://schemas.openxmlformats.org/drawingml/2006/main">
            <a:pathLst>
              <a:path w="53975" h="10">
                <a:moveTo>
                  <a:pt x="539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 cap="rnd">
            <a:solidFill>
              <a:srgbClr val="000000"/>
            </a:solidFill>
            <a:prstDash val="solid"/>
            <a:round/>
          </a:ln>
        </p:spPr>
      </p:sp>
      <p:sp>
        <p:nvSpPr>
          <p:cNvPr id="605" name="element_0605_polyline">
            <a:extLst xmlns:a="http://schemas.openxmlformats.org/drawingml/2006/main">
              <a:ext uri="{FF2B5EF4-FFF2-40B4-BE49-F238E27FC236}">
                <a16:creationId xmlns:a16="http://schemas.microsoft.com/office/drawing/2014/main" id="{7D09E20B-AC4E-425D-BB57-0DD37972F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918" y="4204335"/>
            <a:ext cx="53975" cy="10"/>
          </a:xfrm>
          <a:custGeom xmlns:a="http://schemas.openxmlformats.org/drawingml/2006/main">
            <a:pathLst>
              <a:path w="53975" h="10">
                <a:moveTo>
                  <a:pt x="539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 cap="rnd">
            <a:solidFill>
              <a:srgbClr val="000000"/>
            </a:solidFill>
            <a:prstDash val="solid"/>
            <a:round/>
          </a:ln>
        </p:spPr>
      </p:sp>
      <p:sp>
        <p:nvSpPr>
          <p:cNvPr id="606" name="element_0606_polyline">
            <a:extLst xmlns:a="http://schemas.openxmlformats.org/drawingml/2006/main">
              <a:ext uri="{FF2B5EF4-FFF2-40B4-BE49-F238E27FC236}">
                <a16:creationId xmlns:a16="http://schemas.microsoft.com/office/drawing/2014/main" id="{2623695F-0E3F-4BBE-86EF-053E7E3F8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918" y="3596259"/>
            <a:ext cx="53975" cy="10"/>
          </a:xfrm>
          <a:custGeom xmlns:a="http://schemas.openxmlformats.org/drawingml/2006/main">
            <a:pathLst>
              <a:path w="53975" h="10">
                <a:moveTo>
                  <a:pt x="539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 cap="rnd">
            <a:solidFill>
              <a:srgbClr val="000000"/>
            </a:solidFill>
            <a:prstDash val="solid"/>
            <a:round/>
          </a:ln>
        </p:spPr>
      </p:sp>
      <p:sp>
        <p:nvSpPr>
          <p:cNvPr id="607" name="element_0607_text_Sensitivity">
            <a:extLst xmlns:a="http://schemas.openxmlformats.org/drawingml/2006/main">
              <a:ext uri="{FF2B5EF4-FFF2-40B4-BE49-F238E27FC236}">
                <a16:creationId xmlns:a16="http://schemas.microsoft.com/office/drawing/2014/main" id="{BB4532B6-9DCD-4CD7-9B4F-50FB9844A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444308" y="5044662"/>
            <a:ext cx="515493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Sensitivity</a:t>
            </a:r>
          </a:p>
        </p:txBody>
      </p:sp>
      <p:sp>
        <p:nvSpPr>
          <p:cNvPr id="608" name="element_0608_polyline">
            <a:extLst xmlns:a="http://schemas.openxmlformats.org/drawingml/2006/main">
              <a:ext uri="{FF2B5EF4-FFF2-40B4-BE49-F238E27FC236}">
                <a16:creationId xmlns:a16="http://schemas.microsoft.com/office/drawing/2014/main" id="{4DA75A91-C1C8-4C8A-BB46-882C9ECBA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918" y="6636766"/>
            <a:ext cx="3040507" cy="10"/>
          </a:xfrm>
          <a:custGeom xmlns:a="http://schemas.openxmlformats.org/drawingml/2006/main">
            <a:pathLst>
              <a:path w="3040507" h="10">
                <a:moveTo>
                  <a:pt x="0" y="0"/>
                </a:moveTo>
                <a:lnTo>
                  <a:pt x="30405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 cap="rnd">
            <a:solidFill>
              <a:srgbClr val="000000"/>
            </a:solidFill>
            <a:prstDash val="solid"/>
            <a:round/>
          </a:ln>
        </p:spPr>
      </p:sp>
      <p:sp>
        <p:nvSpPr>
          <p:cNvPr id="609" name="element_0609_polyline">
            <a:extLst xmlns:a="http://schemas.openxmlformats.org/drawingml/2006/main">
              <a:ext uri="{FF2B5EF4-FFF2-40B4-BE49-F238E27FC236}">
                <a16:creationId xmlns:a16="http://schemas.microsoft.com/office/drawing/2014/main" id="{DD33DD3D-3070-4A8D-8302-525ABCE3A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918" y="6582791"/>
            <a:ext cx="10" cy="53975"/>
          </a:xfrm>
          <a:custGeom xmlns:a="http://schemas.openxmlformats.org/drawingml/2006/main">
            <a:pathLst>
              <a:path w="10" h="53975">
                <a:moveTo>
                  <a:pt x="0" y="0"/>
                </a:moveTo>
                <a:lnTo>
                  <a:pt x="0" y="53975"/>
                </a:lnTo>
              </a:path>
            </a:pathLst>
          </a:custGeom>
          <a:noFill xmlns:a="http://schemas.openxmlformats.org/drawingml/2006/main"/>
          <a:ln xmlns:a="http://schemas.openxmlformats.org/drawingml/2006/main" w="9525" cap="rnd">
            <a:solidFill>
              <a:srgbClr val="000000"/>
            </a:solidFill>
            <a:prstDash val="solid"/>
            <a:round/>
          </a:ln>
        </p:spPr>
      </p:sp>
      <p:sp>
        <p:nvSpPr>
          <p:cNvPr id="610" name="element_0610_polyline">
            <a:extLst xmlns:a="http://schemas.openxmlformats.org/drawingml/2006/main">
              <a:ext uri="{FF2B5EF4-FFF2-40B4-BE49-F238E27FC236}">
                <a16:creationId xmlns:a16="http://schemas.microsoft.com/office/drawing/2014/main" id="{11A0C704-FB6C-47C7-99FC-2096D3F0D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2994" y="6582791"/>
            <a:ext cx="10" cy="53975"/>
          </a:xfrm>
          <a:custGeom xmlns:a="http://schemas.openxmlformats.org/drawingml/2006/main">
            <a:pathLst>
              <a:path w="10" h="53975">
                <a:moveTo>
                  <a:pt x="0" y="0"/>
                </a:moveTo>
                <a:lnTo>
                  <a:pt x="0" y="53975"/>
                </a:lnTo>
              </a:path>
            </a:pathLst>
          </a:custGeom>
          <a:noFill xmlns:a="http://schemas.openxmlformats.org/drawingml/2006/main"/>
          <a:ln xmlns:a="http://schemas.openxmlformats.org/drawingml/2006/main" w="9525" cap="rnd">
            <a:solidFill>
              <a:srgbClr val="000000"/>
            </a:solidFill>
            <a:prstDash val="solid"/>
            <a:round/>
          </a:ln>
        </p:spPr>
      </p:sp>
      <p:sp>
        <p:nvSpPr>
          <p:cNvPr id="611" name="element_0611_polyline">
            <a:extLst xmlns:a="http://schemas.openxmlformats.org/drawingml/2006/main">
              <a:ext uri="{FF2B5EF4-FFF2-40B4-BE49-F238E27FC236}">
                <a16:creationId xmlns:a16="http://schemas.microsoft.com/office/drawing/2014/main" id="{EDBA6DA1-4BDA-46C1-9250-33BC9CC5F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1070" y="6582791"/>
            <a:ext cx="10" cy="53975"/>
          </a:xfrm>
          <a:custGeom xmlns:a="http://schemas.openxmlformats.org/drawingml/2006/main">
            <a:pathLst>
              <a:path w="10" h="53975">
                <a:moveTo>
                  <a:pt x="0" y="0"/>
                </a:moveTo>
                <a:lnTo>
                  <a:pt x="0" y="53975"/>
                </a:lnTo>
              </a:path>
            </a:pathLst>
          </a:custGeom>
          <a:noFill xmlns:a="http://schemas.openxmlformats.org/drawingml/2006/main"/>
          <a:ln xmlns:a="http://schemas.openxmlformats.org/drawingml/2006/main" w="9525" cap="rnd">
            <a:solidFill>
              <a:srgbClr val="000000"/>
            </a:solidFill>
            <a:prstDash val="solid"/>
            <a:round/>
          </a:ln>
        </p:spPr>
      </p:sp>
      <p:sp>
        <p:nvSpPr>
          <p:cNvPr id="612" name="element_0612_polyline">
            <a:extLst xmlns:a="http://schemas.openxmlformats.org/drawingml/2006/main">
              <a:ext uri="{FF2B5EF4-FFF2-40B4-BE49-F238E27FC236}">
                <a16:creationId xmlns:a16="http://schemas.microsoft.com/office/drawing/2014/main" id="{DC13E2B6-14CE-4E56-8CA4-B7A040F78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146" y="6582791"/>
            <a:ext cx="10" cy="53975"/>
          </a:xfrm>
          <a:custGeom xmlns:a="http://schemas.openxmlformats.org/drawingml/2006/main">
            <a:pathLst>
              <a:path w="10" h="53975">
                <a:moveTo>
                  <a:pt x="0" y="0"/>
                </a:moveTo>
                <a:lnTo>
                  <a:pt x="0" y="53975"/>
                </a:lnTo>
              </a:path>
            </a:pathLst>
          </a:custGeom>
          <a:noFill xmlns:a="http://schemas.openxmlformats.org/drawingml/2006/main"/>
          <a:ln xmlns:a="http://schemas.openxmlformats.org/drawingml/2006/main" w="9525" cap="rnd">
            <a:solidFill>
              <a:srgbClr val="000000"/>
            </a:solidFill>
            <a:prstDash val="solid"/>
            <a:round/>
          </a:ln>
        </p:spPr>
      </p:sp>
      <p:sp>
        <p:nvSpPr>
          <p:cNvPr id="613" name="element_0613_polyline">
            <a:extLst xmlns:a="http://schemas.openxmlformats.org/drawingml/2006/main">
              <a:ext uri="{FF2B5EF4-FFF2-40B4-BE49-F238E27FC236}">
                <a16:creationId xmlns:a16="http://schemas.microsoft.com/office/drawing/2014/main" id="{33F8B9FA-D7D1-4289-9565-3EFABC913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7349" y="6582791"/>
            <a:ext cx="10" cy="53975"/>
          </a:xfrm>
          <a:custGeom xmlns:a="http://schemas.openxmlformats.org/drawingml/2006/main">
            <a:pathLst>
              <a:path w="10" h="53975">
                <a:moveTo>
                  <a:pt x="0" y="0"/>
                </a:moveTo>
                <a:lnTo>
                  <a:pt x="0" y="53975"/>
                </a:lnTo>
              </a:path>
            </a:pathLst>
          </a:custGeom>
          <a:noFill xmlns:a="http://schemas.openxmlformats.org/drawingml/2006/main"/>
          <a:ln xmlns:a="http://schemas.openxmlformats.org/drawingml/2006/main" w="9525" cap="rnd">
            <a:solidFill>
              <a:srgbClr val="000000"/>
            </a:solidFill>
            <a:prstDash val="solid"/>
            <a:round/>
          </a:ln>
        </p:spPr>
      </p:sp>
      <p:sp>
        <p:nvSpPr>
          <p:cNvPr id="614" name="element_0614_polyline">
            <a:extLst xmlns:a="http://schemas.openxmlformats.org/drawingml/2006/main">
              <a:ext uri="{FF2B5EF4-FFF2-40B4-BE49-F238E27FC236}">
                <a16:creationId xmlns:a16="http://schemas.microsoft.com/office/drawing/2014/main" id="{E552F007-B032-440D-A43A-211819524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5425" y="6582791"/>
            <a:ext cx="10" cy="53975"/>
          </a:xfrm>
          <a:custGeom xmlns:a="http://schemas.openxmlformats.org/drawingml/2006/main">
            <a:pathLst>
              <a:path w="10" h="53975">
                <a:moveTo>
                  <a:pt x="0" y="0"/>
                </a:moveTo>
                <a:lnTo>
                  <a:pt x="0" y="53975"/>
                </a:lnTo>
              </a:path>
            </a:pathLst>
          </a:custGeom>
          <a:noFill xmlns:a="http://schemas.openxmlformats.org/drawingml/2006/main"/>
          <a:ln xmlns:a="http://schemas.openxmlformats.org/drawingml/2006/main" w="9525" cap="rnd">
            <a:solidFill>
              <a:srgbClr val="000000"/>
            </a:solidFill>
            <a:prstDash val="solid"/>
            <a:round/>
          </a:ln>
        </p:spPr>
      </p:sp>
      <p:sp>
        <p:nvSpPr>
          <p:cNvPr id="615" name="element_0615_text_0.0">
            <a:extLst xmlns:a="http://schemas.openxmlformats.org/drawingml/2006/main">
              <a:ext uri="{FF2B5EF4-FFF2-40B4-BE49-F238E27FC236}">
                <a16:creationId xmlns:a16="http://schemas.microsoft.com/office/drawing/2014/main" id="{BFB091D3-A908-4402-81A3-0A9F2B9CF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9909" y="6659889"/>
            <a:ext cx="150971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8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616" name="element_0616_text_0.2">
            <a:extLst xmlns:a="http://schemas.openxmlformats.org/drawingml/2006/main">
              <a:ext uri="{FF2B5EF4-FFF2-40B4-BE49-F238E27FC236}">
                <a16:creationId xmlns:a16="http://schemas.microsoft.com/office/drawing/2014/main" id="{341B6E04-94E2-484A-9C5E-096948F01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7985" y="6659889"/>
            <a:ext cx="150971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8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0.2</a:t>
            </a:r>
          </a:p>
        </p:txBody>
      </p:sp>
      <p:sp>
        <p:nvSpPr>
          <p:cNvPr id="617" name="element_0617_text_0.4">
            <a:extLst xmlns:a="http://schemas.openxmlformats.org/drawingml/2006/main">
              <a:ext uri="{FF2B5EF4-FFF2-40B4-BE49-F238E27FC236}">
                <a16:creationId xmlns:a16="http://schemas.microsoft.com/office/drawing/2014/main" id="{A1777460-247E-42C1-B4C3-75BE14C2C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36061" y="6659889"/>
            <a:ext cx="150971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8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0.4</a:t>
            </a:r>
          </a:p>
        </p:txBody>
      </p:sp>
      <p:sp>
        <p:nvSpPr>
          <p:cNvPr id="618" name="element_0618_text_0.6">
            <a:extLst xmlns:a="http://schemas.openxmlformats.org/drawingml/2006/main">
              <a:ext uri="{FF2B5EF4-FFF2-40B4-BE49-F238E27FC236}">
                <a16:creationId xmlns:a16="http://schemas.microsoft.com/office/drawing/2014/main" id="{8CEB6D7D-9656-4E58-93F0-9A391F656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44137" y="6659889"/>
            <a:ext cx="150971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8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0.6</a:t>
            </a:r>
          </a:p>
        </p:txBody>
      </p:sp>
      <p:sp>
        <p:nvSpPr>
          <p:cNvPr id="619" name="element_0619_text_0.8">
            <a:extLst xmlns:a="http://schemas.openxmlformats.org/drawingml/2006/main">
              <a:ext uri="{FF2B5EF4-FFF2-40B4-BE49-F238E27FC236}">
                <a16:creationId xmlns:a16="http://schemas.microsoft.com/office/drawing/2014/main" id="{061251D7-3ED6-411C-8369-A3054E184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52340" y="6659889"/>
            <a:ext cx="150971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8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0.8</a:t>
            </a:r>
          </a:p>
        </p:txBody>
      </p:sp>
      <p:sp>
        <p:nvSpPr>
          <p:cNvPr id="620" name="element_0620_text_1.0">
            <a:extLst xmlns:a="http://schemas.openxmlformats.org/drawingml/2006/main">
              <a:ext uri="{FF2B5EF4-FFF2-40B4-BE49-F238E27FC236}">
                <a16:creationId xmlns:a16="http://schemas.microsoft.com/office/drawing/2014/main" id="{6A63D269-A121-4AD7-8158-315DBF8E1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60416" y="6659889"/>
            <a:ext cx="150971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8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1.0</a:t>
            </a:r>
          </a:p>
        </p:txBody>
      </p:sp>
      <p:sp>
        <p:nvSpPr>
          <p:cNvPr id="621" name="element_0621_text_1 − Specificity">
            <a:extLst xmlns:a="http://schemas.openxmlformats.org/drawingml/2006/main">
              <a:ext uri="{FF2B5EF4-FFF2-40B4-BE49-F238E27FC236}">
                <a16:creationId xmlns:a16="http://schemas.microsoft.com/office/drawing/2014/main" id="{13F0CA6F-80CA-4C36-A84D-E3BF81EED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60921" y="6786815"/>
            <a:ext cx="709327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1 − Specificity</a:t>
            </a:r>
          </a:p>
        </p:txBody>
      </p:sp>
      <p:sp>
        <p:nvSpPr>
          <p:cNvPr id="622" name="element_0622_text_Time-dependent ROC">
            <a:extLst xmlns:a="http://schemas.openxmlformats.org/drawingml/2006/main">
              <a:ext uri="{FF2B5EF4-FFF2-40B4-BE49-F238E27FC236}">
                <a16:creationId xmlns:a16="http://schemas.microsoft.com/office/drawing/2014/main" id="{4CC1ECD3-4D99-488A-B693-BD3173C7E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00031" y="3396730"/>
            <a:ext cx="1231106" cy="150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9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Time-dependent ROC</a:t>
            </a:r>
          </a:p>
        </p:txBody>
      </p:sp>
      <p:sp>
        <p:nvSpPr>
          <p:cNvPr id="623" name="element_0623_text_c">
            <a:extLst xmlns:a="http://schemas.openxmlformats.org/drawingml/2006/main">
              <a:ext uri="{FF2B5EF4-FFF2-40B4-BE49-F238E27FC236}">
                <a16:creationId xmlns:a16="http://schemas.microsoft.com/office/drawing/2014/main" id="{5486764F-605E-4BE7-A1A0-C5795B1BC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9169" y="3290992"/>
            <a:ext cx="71533" cy="15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0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624" name="element_0624_rect">
            <a:extLst xmlns:a="http://schemas.openxmlformats.org/drawingml/2006/main">
              <a:ext uri="{FF2B5EF4-FFF2-40B4-BE49-F238E27FC236}">
                <a16:creationId xmlns:a16="http://schemas.microsoft.com/office/drawing/2014/main" id="{9E53D327-9040-4BC0-994A-812A55482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940" y="3596259"/>
            <a:ext cx="3040507" cy="30405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049" cap="rnd">
            <a:noFill/>
            <a:prstDash val="solid"/>
            <a:round/>
          </a:ln>
        </p:spPr>
      </p:sp>
      <p:sp>
        <p:nvSpPr>
          <p:cNvPr id="625" name="element_0625_line">
            <a:extLst xmlns:a="http://schemas.openxmlformats.org/drawingml/2006/main">
              <a:ext uri="{FF2B5EF4-FFF2-40B4-BE49-F238E27FC236}">
                <a16:creationId xmlns:a16="http://schemas.microsoft.com/office/drawing/2014/main" id="{C211BE63-63EB-4F79-9753-E9EFAA7EB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750" y="3596562"/>
            <a:ext cx="3040395" cy="3040395"/>
          </a:xfrm>
          <a:custGeom xmlns:a="http://schemas.openxmlformats.org/drawingml/2006/main">
            <a:pathLst>
              <a:path w="3040395" h="3040395">
                <a:moveTo>
                  <a:pt x="0" y="3040395"/>
                </a:moveTo>
                <a:lnTo>
                  <a:pt x="5786" y="3034608"/>
                </a:lnTo>
                <a:moveTo>
                  <a:pt x="40271" y="3000124"/>
                </a:moveTo>
                <a:lnTo>
                  <a:pt x="51765" y="2988629"/>
                </a:lnTo>
                <a:moveTo>
                  <a:pt x="86249" y="2954145"/>
                </a:moveTo>
                <a:lnTo>
                  <a:pt x="97744" y="2942650"/>
                </a:lnTo>
                <a:moveTo>
                  <a:pt x="132228" y="2908166"/>
                </a:moveTo>
                <a:lnTo>
                  <a:pt x="143723" y="2896671"/>
                </a:lnTo>
                <a:moveTo>
                  <a:pt x="178207" y="2862187"/>
                </a:moveTo>
                <a:lnTo>
                  <a:pt x="189702" y="2850693"/>
                </a:lnTo>
                <a:moveTo>
                  <a:pt x="224186" y="2816208"/>
                </a:moveTo>
                <a:lnTo>
                  <a:pt x="235681" y="2804714"/>
                </a:lnTo>
                <a:moveTo>
                  <a:pt x="270165" y="2770229"/>
                </a:moveTo>
                <a:lnTo>
                  <a:pt x="281660" y="2758735"/>
                </a:lnTo>
                <a:moveTo>
                  <a:pt x="316144" y="2724250"/>
                </a:moveTo>
                <a:lnTo>
                  <a:pt x="327639" y="2712756"/>
                </a:lnTo>
                <a:moveTo>
                  <a:pt x="362123" y="2678272"/>
                </a:moveTo>
                <a:lnTo>
                  <a:pt x="373618" y="2666777"/>
                </a:lnTo>
                <a:moveTo>
                  <a:pt x="408102" y="2632293"/>
                </a:moveTo>
                <a:lnTo>
                  <a:pt x="419597" y="2620798"/>
                </a:lnTo>
                <a:moveTo>
                  <a:pt x="454081" y="2586314"/>
                </a:moveTo>
                <a:lnTo>
                  <a:pt x="465575" y="2574819"/>
                </a:lnTo>
                <a:moveTo>
                  <a:pt x="500060" y="2540335"/>
                </a:moveTo>
                <a:lnTo>
                  <a:pt x="511554" y="2528840"/>
                </a:lnTo>
                <a:moveTo>
                  <a:pt x="546039" y="2494356"/>
                </a:moveTo>
                <a:lnTo>
                  <a:pt x="557533" y="2482861"/>
                </a:lnTo>
                <a:moveTo>
                  <a:pt x="592017" y="2448377"/>
                </a:moveTo>
                <a:lnTo>
                  <a:pt x="603512" y="2436882"/>
                </a:lnTo>
                <a:moveTo>
                  <a:pt x="637996" y="2402398"/>
                </a:moveTo>
                <a:lnTo>
                  <a:pt x="649491" y="2390903"/>
                </a:lnTo>
                <a:moveTo>
                  <a:pt x="683975" y="2356419"/>
                </a:moveTo>
                <a:lnTo>
                  <a:pt x="695470" y="2344924"/>
                </a:lnTo>
                <a:moveTo>
                  <a:pt x="729954" y="2310440"/>
                </a:moveTo>
                <a:lnTo>
                  <a:pt x="741449" y="2298946"/>
                </a:lnTo>
                <a:moveTo>
                  <a:pt x="775933" y="2264461"/>
                </a:moveTo>
                <a:lnTo>
                  <a:pt x="787428" y="2252967"/>
                </a:lnTo>
                <a:moveTo>
                  <a:pt x="821912" y="2218482"/>
                </a:moveTo>
                <a:lnTo>
                  <a:pt x="833407" y="2206988"/>
                </a:lnTo>
                <a:moveTo>
                  <a:pt x="867891" y="2172504"/>
                </a:moveTo>
                <a:lnTo>
                  <a:pt x="879386" y="2161009"/>
                </a:lnTo>
                <a:moveTo>
                  <a:pt x="913870" y="2126525"/>
                </a:moveTo>
                <a:lnTo>
                  <a:pt x="925365" y="2115030"/>
                </a:lnTo>
                <a:moveTo>
                  <a:pt x="959849" y="2080546"/>
                </a:moveTo>
                <a:lnTo>
                  <a:pt x="971344" y="2069051"/>
                </a:lnTo>
                <a:moveTo>
                  <a:pt x="1005828" y="2034567"/>
                </a:moveTo>
                <a:lnTo>
                  <a:pt x="1017322" y="2023072"/>
                </a:lnTo>
                <a:moveTo>
                  <a:pt x="1051807" y="1988588"/>
                </a:moveTo>
                <a:lnTo>
                  <a:pt x="1063301" y="1977093"/>
                </a:lnTo>
                <a:moveTo>
                  <a:pt x="1097786" y="1942609"/>
                </a:moveTo>
                <a:lnTo>
                  <a:pt x="1109280" y="1931114"/>
                </a:lnTo>
                <a:moveTo>
                  <a:pt x="1143764" y="1896630"/>
                </a:moveTo>
                <a:lnTo>
                  <a:pt x="1155259" y="1885135"/>
                </a:lnTo>
                <a:moveTo>
                  <a:pt x="1189743" y="1850651"/>
                </a:moveTo>
                <a:lnTo>
                  <a:pt x="1201238" y="1839156"/>
                </a:lnTo>
                <a:moveTo>
                  <a:pt x="1235722" y="1804672"/>
                </a:moveTo>
                <a:lnTo>
                  <a:pt x="1247217" y="1793178"/>
                </a:lnTo>
                <a:moveTo>
                  <a:pt x="1281701" y="1758693"/>
                </a:moveTo>
                <a:lnTo>
                  <a:pt x="1293196" y="1747199"/>
                </a:lnTo>
                <a:moveTo>
                  <a:pt x="1327680" y="1712714"/>
                </a:moveTo>
                <a:lnTo>
                  <a:pt x="1339175" y="1701220"/>
                </a:lnTo>
                <a:moveTo>
                  <a:pt x="1373659" y="1666736"/>
                </a:moveTo>
                <a:lnTo>
                  <a:pt x="1385154" y="1655241"/>
                </a:lnTo>
                <a:moveTo>
                  <a:pt x="1419638" y="1620757"/>
                </a:moveTo>
                <a:lnTo>
                  <a:pt x="1431133" y="1609262"/>
                </a:lnTo>
                <a:moveTo>
                  <a:pt x="1465617" y="1574778"/>
                </a:moveTo>
                <a:lnTo>
                  <a:pt x="1477112" y="1563283"/>
                </a:lnTo>
                <a:moveTo>
                  <a:pt x="1511596" y="1528799"/>
                </a:moveTo>
                <a:lnTo>
                  <a:pt x="1523090" y="1517304"/>
                </a:lnTo>
                <a:moveTo>
                  <a:pt x="1557575" y="1482820"/>
                </a:moveTo>
                <a:lnTo>
                  <a:pt x="1569069" y="1471325"/>
                </a:lnTo>
                <a:moveTo>
                  <a:pt x="1603554" y="1436841"/>
                </a:moveTo>
                <a:lnTo>
                  <a:pt x="1615048" y="1425346"/>
                </a:lnTo>
                <a:moveTo>
                  <a:pt x="1649532" y="1390862"/>
                </a:moveTo>
                <a:lnTo>
                  <a:pt x="1661027" y="1379367"/>
                </a:lnTo>
                <a:moveTo>
                  <a:pt x="1695511" y="1344883"/>
                </a:moveTo>
                <a:lnTo>
                  <a:pt x="1707006" y="1333388"/>
                </a:lnTo>
                <a:moveTo>
                  <a:pt x="1741490" y="1298904"/>
                </a:moveTo>
                <a:lnTo>
                  <a:pt x="1752985" y="1287410"/>
                </a:lnTo>
                <a:moveTo>
                  <a:pt x="1787469" y="1252925"/>
                </a:moveTo>
                <a:lnTo>
                  <a:pt x="1798964" y="1241431"/>
                </a:lnTo>
                <a:moveTo>
                  <a:pt x="1833448" y="1206946"/>
                </a:moveTo>
                <a:lnTo>
                  <a:pt x="1844943" y="1195452"/>
                </a:lnTo>
                <a:moveTo>
                  <a:pt x="1879427" y="1160968"/>
                </a:moveTo>
                <a:lnTo>
                  <a:pt x="1890922" y="1149473"/>
                </a:lnTo>
                <a:moveTo>
                  <a:pt x="1925406" y="1114989"/>
                </a:moveTo>
                <a:lnTo>
                  <a:pt x="1936901" y="1103494"/>
                </a:lnTo>
                <a:moveTo>
                  <a:pt x="1971385" y="1069010"/>
                </a:moveTo>
                <a:lnTo>
                  <a:pt x="1982880" y="1057515"/>
                </a:lnTo>
                <a:moveTo>
                  <a:pt x="2017364" y="1023031"/>
                </a:moveTo>
                <a:lnTo>
                  <a:pt x="2028858" y="1011536"/>
                </a:lnTo>
                <a:moveTo>
                  <a:pt x="2063343" y="977052"/>
                </a:moveTo>
                <a:lnTo>
                  <a:pt x="2074837" y="965557"/>
                </a:lnTo>
                <a:moveTo>
                  <a:pt x="2109322" y="931073"/>
                </a:moveTo>
                <a:lnTo>
                  <a:pt x="2120816" y="919578"/>
                </a:lnTo>
                <a:moveTo>
                  <a:pt x="2155300" y="885094"/>
                </a:moveTo>
                <a:lnTo>
                  <a:pt x="2166795" y="873599"/>
                </a:lnTo>
                <a:moveTo>
                  <a:pt x="2201279" y="839115"/>
                </a:moveTo>
                <a:lnTo>
                  <a:pt x="2212774" y="827620"/>
                </a:lnTo>
                <a:moveTo>
                  <a:pt x="2247258" y="793136"/>
                </a:moveTo>
                <a:lnTo>
                  <a:pt x="2258753" y="781641"/>
                </a:lnTo>
                <a:moveTo>
                  <a:pt x="2293237" y="747157"/>
                </a:moveTo>
                <a:lnTo>
                  <a:pt x="2304732" y="735663"/>
                </a:lnTo>
                <a:moveTo>
                  <a:pt x="2339216" y="701178"/>
                </a:moveTo>
                <a:lnTo>
                  <a:pt x="2350711" y="689684"/>
                </a:lnTo>
                <a:moveTo>
                  <a:pt x="2385195" y="655199"/>
                </a:moveTo>
                <a:lnTo>
                  <a:pt x="2396690" y="643705"/>
                </a:lnTo>
                <a:moveTo>
                  <a:pt x="2431174" y="609221"/>
                </a:moveTo>
                <a:lnTo>
                  <a:pt x="2442669" y="597726"/>
                </a:lnTo>
                <a:moveTo>
                  <a:pt x="2477153" y="563242"/>
                </a:moveTo>
                <a:lnTo>
                  <a:pt x="2488648" y="551747"/>
                </a:lnTo>
                <a:moveTo>
                  <a:pt x="2523132" y="517263"/>
                </a:moveTo>
                <a:lnTo>
                  <a:pt x="2534626" y="505768"/>
                </a:lnTo>
                <a:moveTo>
                  <a:pt x="2569111" y="471284"/>
                </a:moveTo>
                <a:lnTo>
                  <a:pt x="2580605" y="459789"/>
                </a:lnTo>
                <a:moveTo>
                  <a:pt x="2615090" y="425305"/>
                </a:moveTo>
                <a:lnTo>
                  <a:pt x="2626584" y="413810"/>
                </a:lnTo>
                <a:moveTo>
                  <a:pt x="2661069" y="379326"/>
                </a:moveTo>
                <a:lnTo>
                  <a:pt x="2672563" y="367831"/>
                </a:lnTo>
                <a:moveTo>
                  <a:pt x="2707047" y="333347"/>
                </a:moveTo>
                <a:lnTo>
                  <a:pt x="2718542" y="321852"/>
                </a:lnTo>
                <a:moveTo>
                  <a:pt x="2753026" y="287368"/>
                </a:moveTo>
                <a:lnTo>
                  <a:pt x="2764521" y="275873"/>
                </a:lnTo>
                <a:moveTo>
                  <a:pt x="2799005" y="241389"/>
                </a:moveTo>
                <a:lnTo>
                  <a:pt x="2810500" y="229895"/>
                </a:lnTo>
                <a:moveTo>
                  <a:pt x="2844984" y="195410"/>
                </a:moveTo>
                <a:lnTo>
                  <a:pt x="2856479" y="183916"/>
                </a:lnTo>
                <a:moveTo>
                  <a:pt x="2890963" y="149431"/>
                </a:moveTo>
                <a:lnTo>
                  <a:pt x="2902458" y="137937"/>
                </a:lnTo>
                <a:moveTo>
                  <a:pt x="2936942" y="103453"/>
                </a:moveTo>
                <a:lnTo>
                  <a:pt x="2948437" y="91958"/>
                </a:lnTo>
                <a:moveTo>
                  <a:pt x="2982921" y="57474"/>
                </a:moveTo>
                <a:lnTo>
                  <a:pt x="2994416" y="45979"/>
                </a:lnTo>
                <a:moveTo>
                  <a:pt x="3028900" y="11495"/>
                </a:moveTo>
                <a:lnTo>
                  <a:pt x="30403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192" cap="rnd">
            <a:solidFill>
              <a:srgbClr val="777777"/>
            </a:solidFill>
            <a:prstDash val="solid"/>
            <a:round/>
          </a:ln>
        </p:spPr>
      </p:sp>
      <p:sp>
        <p:nvSpPr>
          <p:cNvPr id="626" name="element_0626_polyline">
            <a:extLst xmlns:a="http://schemas.openxmlformats.org/drawingml/2006/main">
              <a:ext uri="{FF2B5EF4-FFF2-40B4-BE49-F238E27FC236}">
                <a16:creationId xmlns:a16="http://schemas.microsoft.com/office/drawing/2014/main" id="{4A7CDAAA-B705-458D-9C97-B53665912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7287" y="3656457"/>
            <a:ext cx="987171" cy="1084453"/>
          </a:xfrm>
          <a:custGeom xmlns:a="http://schemas.openxmlformats.org/drawingml/2006/main">
            <a:pathLst>
              <a:path w="987171" h="1084453">
                <a:moveTo>
                  <a:pt x="0" y="1084453"/>
                </a:moveTo>
                <a:lnTo>
                  <a:pt x="471170" y="668528"/>
                </a:lnTo>
                <a:lnTo>
                  <a:pt x="644398" y="377571"/>
                </a:lnTo>
                <a:lnTo>
                  <a:pt x="787781" y="320802"/>
                </a:lnTo>
                <a:lnTo>
                  <a:pt x="878078" y="332740"/>
                </a:lnTo>
                <a:lnTo>
                  <a:pt x="98717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923" cap="rnd">
            <a:solidFill>
              <a:srgbClr val="0072B2"/>
            </a:solidFill>
            <a:prstDash val="solid"/>
            <a:round/>
          </a:ln>
        </p:spPr>
      </p:sp>
      <p:sp>
        <p:nvSpPr>
          <p:cNvPr id="627" name="element_0627_polyline">
            <a:extLst xmlns:a="http://schemas.openxmlformats.org/drawingml/2006/main">
              <a:ext uri="{FF2B5EF4-FFF2-40B4-BE49-F238E27FC236}">
                <a16:creationId xmlns:a16="http://schemas.microsoft.com/office/drawing/2014/main" id="{7A41E06D-569E-4309-AFB0-DC0524924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1293" y="4355577"/>
            <a:ext cx="1936110" cy="1815353"/>
          </a:xfrm>
          <a:custGeom xmlns:a="http://schemas.openxmlformats.org/drawingml/2006/main">
            <a:pathLst>
              <a:path w="1936110" h="1815353">
                <a:moveTo>
                  <a:pt x="0" y="1815353"/>
                </a:moveTo>
                <a:lnTo>
                  <a:pt x="65504" y="1738188"/>
                </a:lnTo>
                <a:moveTo>
                  <a:pt x="131008" y="1661022"/>
                </a:moveTo>
                <a:lnTo>
                  <a:pt x="196512" y="1583857"/>
                </a:lnTo>
                <a:moveTo>
                  <a:pt x="262016" y="1506691"/>
                </a:moveTo>
                <a:lnTo>
                  <a:pt x="327520" y="1429526"/>
                </a:lnTo>
                <a:moveTo>
                  <a:pt x="393024" y="1352360"/>
                </a:moveTo>
                <a:lnTo>
                  <a:pt x="458528" y="1275195"/>
                </a:lnTo>
                <a:moveTo>
                  <a:pt x="524032" y="1198029"/>
                </a:moveTo>
                <a:lnTo>
                  <a:pt x="542163" y="1176670"/>
                </a:lnTo>
                <a:lnTo>
                  <a:pt x="615149" y="1171046"/>
                </a:lnTo>
                <a:moveTo>
                  <a:pt x="716069" y="1163269"/>
                </a:moveTo>
                <a:lnTo>
                  <a:pt x="816988" y="1155493"/>
                </a:lnTo>
                <a:moveTo>
                  <a:pt x="910232" y="1136724"/>
                </a:moveTo>
                <a:lnTo>
                  <a:pt x="952282" y="1044653"/>
                </a:lnTo>
                <a:moveTo>
                  <a:pt x="994333" y="952583"/>
                </a:moveTo>
                <a:lnTo>
                  <a:pt x="1036384" y="860512"/>
                </a:lnTo>
                <a:moveTo>
                  <a:pt x="1078435" y="768441"/>
                </a:moveTo>
                <a:lnTo>
                  <a:pt x="1120486" y="676370"/>
                </a:lnTo>
                <a:moveTo>
                  <a:pt x="1162537" y="584300"/>
                </a:moveTo>
                <a:lnTo>
                  <a:pt x="1204587" y="492229"/>
                </a:lnTo>
                <a:moveTo>
                  <a:pt x="1246638" y="400158"/>
                </a:moveTo>
                <a:lnTo>
                  <a:pt x="1280033" y="327040"/>
                </a:lnTo>
                <a:lnTo>
                  <a:pt x="1296120" y="340281"/>
                </a:lnTo>
                <a:moveTo>
                  <a:pt x="1374272" y="404606"/>
                </a:moveTo>
                <a:lnTo>
                  <a:pt x="1452423" y="468930"/>
                </a:lnTo>
                <a:moveTo>
                  <a:pt x="1530575" y="533254"/>
                </a:moveTo>
                <a:lnTo>
                  <a:pt x="1558544" y="556275"/>
                </a:lnTo>
                <a:lnTo>
                  <a:pt x="1595045" y="502498"/>
                </a:lnTo>
                <a:moveTo>
                  <a:pt x="1651889" y="418749"/>
                </a:moveTo>
                <a:lnTo>
                  <a:pt x="1708733" y="334999"/>
                </a:lnTo>
                <a:moveTo>
                  <a:pt x="1765577" y="251249"/>
                </a:moveTo>
                <a:lnTo>
                  <a:pt x="1822422" y="167499"/>
                </a:lnTo>
                <a:moveTo>
                  <a:pt x="1879266" y="83750"/>
                </a:moveTo>
                <a:lnTo>
                  <a:pt x="193611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923" cap="rnd">
            <a:solidFill>
              <a:srgbClr val="E69F00"/>
            </a:solidFill>
            <a:prstDash val="solid"/>
            <a:round/>
          </a:ln>
        </p:spPr>
      </p:sp>
      <p:sp>
        <p:nvSpPr>
          <p:cNvPr id="628" name="element_0628_polyline">
            <a:extLst xmlns:a="http://schemas.openxmlformats.org/drawingml/2006/main">
              <a:ext uri="{FF2B5EF4-FFF2-40B4-BE49-F238E27FC236}">
                <a16:creationId xmlns:a16="http://schemas.microsoft.com/office/drawing/2014/main" id="{DBA1C59F-D8D3-4581-B1D5-AF4833FF0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0778" y="4909947"/>
            <a:ext cx="1822323" cy="1699895"/>
          </a:xfrm>
          <a:custGeom xmlns:a="http://schemas.openxmlformats.org/drawingml/2006/main">
            <a:pathLst>
              <a:path w="1822323" h="1699895">
                <a:moveTo>
                  <a:pt x="0" y="1699895"/>
                </a:moveTo>
                <a:lnTo>
                  <a:pt x="17057" y="1681246"/>
                </a:lnTo>
                <a:moveTo>
                  <a:pt x="68314" y="1625206"/>
                </a:moveTo>
                <a:lnTo>
                  <a:pt x="136628" y="1550516"/>
                </a:lnTo>
                <a:moveTo>
                  <a:pt x="187884" y="1494476"/>
                </a:moveTo>
                <a:lnTo>
                  <a:pt x="204942" y="1475827"/>
                </a:lnTo>
                <a:moveTo>
                  <a:pt x="256198" y="1419786"/>
                </a:moveTo>
                <a:lnTo>
                  <a:pt x="281686" y="1391920"/>
                </a:lnTo>
                <a:lnTo>
                  <a:pt x="327545" y="1348063"/>
                </a:lnTo>
                <a:moveTo>
                  <a:pt x="382432" y="1295573"/>
                </a:moveTo>
                <a:lnTo>
                  <a:pt x="400697" y="1278105"/>
                </a:lnTo>
                <a:moveTo>
                  <a:pt x="455584" y="1225615"/>
                </a:moveTo>
                <a:lnTo>
                  <a:pt x="528736" y="1155657"/>
                </a:lnTo>
                <a:moveTo>
                  <a:pt x="581101" y="1101454"/>
                </a:moveTo>
                <a:lnTo>
                  <a:pt x="590618" y="1078041"/>
                </a:lnTo>
                <a:moveTo>
                  <a:pt x="619215" y="1007685"/>
                </a:moveTo>
                <a:lnTo>
                  <a:pt x="657329" y="913916"/>
                </a:lnTo>
                <a:moveTo>
                  <a:pt x="685927" y="843560"/>
                </a:moveTo>
                <a:lnTo>
                  <a:pt x="695443" y="820147"/>
                </a:lnTo>
                <a:moveTo>
                  <a:pt x="724041" y="749791"/>
                </a:moveTo>
                <a:lnTo>
                  <a:pt x="762155" y="656022"/>
                </a:lnTo>
                <a:moveTo>
                  <a:pt x="790753" y="585666"/>
                </a:moveTo>
                <a:lnTo>
                  <a:pt x="800269" y="562253"/>
                </a:lnTo>
                <a:moveTo>
                  <a:pt x="828867" y="491897"/>
                </a:moveTo>
                <a:lnTo>
                  <a:pt x="866981" y="398128"/>
                </a:lnTo>
                <a:moveTo>
                  <a:pt x="895579" y="327772"/>
                </a:moveTo>
                <a:lnTo>
                  <a:pt x="905095" y="304359"/>
                </a:lnTo>
                <a:moveTo>
                  <a:pt x="933693" y="234003"/>
                </a:moveTo>
                <a:lnTo>
                  <a:pt x="961390" y="165862"/>
                </a:lnTo>
                <a:lnTo>
                  <a:pt x="984328" y="181325"/>
                </a:lnTo>
                <a:moveTo>
                  <a:pt x="1047301" y="223778"/>
                </a:moveTo>
                <a:lnTo>
                  <a:pt x="1068257" y="237905"/>
                </a:lnTo>
                <a:moveTo>
                  <a:pt x="1131230" y="280357"/>
                </a:moveTo>
                <a:lnTo>
                  <a:pt x="1215159" y="336937"/>
                </a:lnTo>
                <a:moveTo>
                  <a:pt x="1278132" y="379389"/>
                </a:moveTo>
                <a:lnTo>
                  <a:pt x="1295781" y="391287"/>
                </a:lnTo>
                <a:lnTo>
                  <a:pt x="1298982" y="388908"/>
                </a:lnTo>
                <a:moveTo>
                  <a:pt x="1359939" y="343609"/>
                </a:moveTo>
                <a:lnTo>
                  <a:pt x="1441182" y="283236"/>
                </a:lnTo>
                <a:moveTo>
                  <a:pt x="1502139" y="237937"/>
                </a:moveTo>
                <a:lnTo>
                  <a:pt x="1522424" y="222863"/>
                </a:lnTo>
                <a:moveTo>
                  <a:pt x="1583381" y="177564"/>
                </a:moveTo>
                <a:lnTo>
                  <a:pt x="1664624" y="117190"/>
                </a:lnTo>
                <a:moveTo>
                  <a:pt x="1725581" y="71891"/>
                </a:moveTo>
                <a:lnTo>
                  <a:pt x="1745866" y="56817"/>
                </a:lnTo>
                <a:moveTo>
                  <a:pt x="1806824" y="11518"/>
                </a:moveTo>
                <a:lnTo>
                  <a:pt x="182232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923" cap="rnd">
            <a:solidFill>
              <a:srgbClr val="009E73"/>
            </a:solidFill>
            <a:prstDash val="solid"/>
            <a:round/>
          </a:ln>
        </p:spPr>
      </p:sp>
      <p:sp>
        <p:nvSpPr>
          <p:cNvPr id="629" name="element_0629_circle">
            <a:extLst xmlns:a="http://schemas.openxmlformats.org/drawingml/2006/main">
              <a:ext uri="{FF2B5EF4-FFF2-40B4-BE49-F238E27FC236}">
                <a16:creationId xmlns:a16="http://schemas.microsoft.com/office/drawing/2014/main" id="{924D3560-61F2-425E-88A4-FDA964AF1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3284" y="4716907"/>
            <a:ext cx="48006" cy="4800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630" name="element_0630_circle">
            <a:extLst xmlns:a="http://schemas.openxmlformats.org/drawingml/2006/main">
              <a:ext uri="{FF2B5EF4-FFF2-40B4-BE49-F238E27FC236}">
                <a16:creationId xmlns:a16="http://schemas.microsoft.com/office/drawing/2014/main" id="{3C8892A8-C87F-4DFA-9FE4-B380498EC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454" y="4300982"/>
            <a:ext cx="48006" cy="4800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631" name="element_0631_circle">
            <a:extLst xmlns:a="http://schemas.openxmlformats.org/drawingml/2006/main">
              <a:ext uri="{FF2B5EF4-FFF2-40B4-BE49-F238E27FC236}">
                <a16:creationId xmlns:a16="http://schemas.microsoft.com/office/drawing/2014/main" id="{C7E692EA-A258-4F86-8F5E-269E8B646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7682" y="4010025"/>
            <a:ext cx="48006" cy="4800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632" name="element_0632_circle">
            <a:extLst xmlns:a="http://schemas.openxmlformats.org/drawingml/2006/main">
              <a:ext uri="{FF2B5EF4-FFF2-40B4-BE49-F238E27FC236}">
                <a16:creationId xmlns:a16="http://schemas.microsoft.com/office/drawing/2014/main" id="{5C2808BE-5B0F-4A44-9AE9-B28A552E9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1065" y="3953256"/>
            <a:ext cx="48006" cy="4800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633" name="element_0633_circle">
            <a:extLst xmlns:a="http://schemas.openxmlformats.org/drawingml/2006/main">
              <a:ext uri="{FF2B5EF4-FFF2-40B4-BE49-F238E27FC236}">
                <a16:creationId xmlns:a16="http://schemas.microsoft.com/office/drawing/2014/main" id="{9D9F007A-7254-4290-9AFB-EDA0B7757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1362" y="3965194"/>
            <a:ext cx="48006" cy="4800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634" name="element_0634_circle">
            <a:extLst xmlns:a="http://schemas.openxmlformats.org/drawingml/2006/main">
              <a:ext uri="{FF2B5EF4-FFF2-40B4-BE49-F238E27FC236}">
                <a16:creationId xmlns:a16="http://schemas.microsoft.com/office/drawing/2014/main" id="{258912AE-8FE9-48D9-BD76-D31A2678F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0455" y="3632454"/>
            <a:ext cx="48006" cy="4800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635" name="element_0635_circle">
            <a:extLst xmlns:a="http://schemas.openxmlformats.org/drawingml/2006/main">
              <a:ext uri="{FF2B5EF4-FFF2-40B4-BE49-F238E27FC236}">
                <a16:creationId xmlns:a16="http://schemas.microsoft.com/office/drawing/2014/main" id="{E896E7E7-1D84-490B-B25D-A63B9928D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7290" y="6146927"/>
            <a:ext cx="48006" cy="4800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9F00"/>
          </a:solidFill>
          <a:ln xmlns:a="http://schemas.openxmlformats.org/drawingml/2006/main" w="7366" cap="rnd">
            <a:solidFill>
              <a:srgbClr val="E69F00"/>
            </a:solidFill>
            <a:prstDash val="solid"/>
            <a:round/>
          </a:ln>
        </p:spPr>
      </p:sp>
      <p:sp>
        <p:nvSpPr>
          <p:cNvPr id="636" name="element_0636_circle">
            <a:extLst xmlns:a="http://schemas.openxmlformats.org/drawingml/2006/main">
              <a:ext uri="{FF2B5EF4-FFF2-40B4-BE49-F238E27FC236}">
                <a16:creationId xmlns:a16="http://schemas.microsoft.com/office/drawing/2014/main" id="{A60480E3-85D0-4622-B019-F7E90DF84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9453" y="5508244"/>
            <a:ext cx="48006" cy="4800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9F00"/>
          </a:solidFill>
          <a:ln xmlns:a="http://schemas.openxmlformats.org/drawingml/2006/main" w="7366" cap="rnd">
            <a:solidFill>
              <a:srgbClr val="E69F00"/>
            </a:solidFill>
            <a:prstDash val="solid"/>
            <a:round/>
          </a:ln>
        </p:spPr>
      </p:sp>
      <p:sp>
        <p:nvSpPr>
          <p:cNvPr id="637" name="element_0637_circle">
            <a:extLst xmlns:a="http://schemas.openxmlformats.org/drawingml/2006/main">
              <a:ext uri="{FF2B5EF4-FFF2-40B4-BE49-F238E27FC236}">
                <a16:creationId xmlns:a16="http://schemas.microsoft.com/office/drawing/2014/main" id="{9776319B-9209-429A-B2FA-8545979F8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2038" y="5480304"/>
            <a:ext cx="48006" cy="4800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9F00"/>
          </a:solidFill>
          <a:ln xmlns:a="http://schemas.openxmlformats.org/drawingml/2006/main" w="7366" cap="rnd">
            <a:solidFill>
              <a:srgbClr val="E69F00"/>
            </a:solidFill>
            <a:prstDash val="solid"/>
            <a:round/>
          </a:ln>
        </p:spPr>
      </p:sp>
      <p:sp>
        <p:nvSpPr>
          <p:cNvPr id="638" name="element_0638_circle">
            <a:extLst xmlns:a="http://schemas.openxmlformats.org/drawingml/2006/main">
              <a:ext uri="{FF2B5EF4-FFF2-40B4-BE49-F238E27FC236}">
                <a16:creationId xmlns:a16="http://schemas.microsoft.com/office/drawing/2014/main" id="{E75F8E6B-5E11-4227-96BB-0FDA7646A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323" y="4658614"/>
            <a:ext cx="48006" cy="4800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9F00"/>
          </a:solidFill>
          <a:ln xmlns:a="http://schemas.openxmlformats.org/drawingml/2006/main" w="7366" cap="rnd">
            <a:solidFill>
              <a:srgbClr val="E69F00"/>
            </a:solidFill>
            <a:prstDash val="solid"/>
            <a:round/>
          </a:ln>
        </p:spPr>
      </p:sp>
      <p:sp>
        <p:nvSpPr>
          <p:cNvPr id="639" name="element_0639_circle">
            <a:extLst xmlns:a="http://schemas.openxmlformats.org/drawingml/2006/main">
              <a:ext uri="{FF2B5EF4-FFF2-40B4-BE49-F238E27FC236}">
                <a16:creationId xmlns:a16="http://schemas.microsoft.com/office/drawing/2014/main" id="{D788EC28-1233-476E-89A0-E5499319F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5834" y="4887849"/>
            <a:ext cx="48006" cy="4800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9F00"/>
          </a:solidFill>
          <a:ln xmlns:a="http://schemas.openxmlformats.org/drawingml/2006/main" w="7366" cap="rnd">
            <a:solidFill>
              <a:srgbClr val="E69F00"/>
            </a:solidFill>
            <a:prstDash val="solid"/>
            <a:round/>
          </a:ln>
        </p:spPr>
      </p:sp>
      <p:sp>
        <p:nvSpPr>
          <p:cNvPr id="640" name="element_0640_circle">
            <a:extLst xmlns:a="http://schemas.openxmlformats.org/drawingml/2006/main">
              <a:ext uri="{FF2B5EF4-FFF2-40B4-BE49-F238E27FC236}">
                <a16:creationId xmlns:a16="http://schemas.microsoft.com/office/drawing/2014/main" id="{4172608E-F5EC-49BC-94D5-0FDDAA9CD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8993" y="4323334"/>
            <a:ext cx="48006" cy="4800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9F00"/>
          </a:solidFill>
          <a:ln xmlns:a="http://schemas.openxmlformats.org/drawingml/2006/main" w="7366" cap="rnd">
            <a:solidFill>
              <a:srgbClr val="E69F00"/>
            </a:solidFill>
            <a:prstDash val="solid"/>
            <a:round/>
          </a:ln>
        </p:spPr>
      </p:sp>
      <p:sp>
        <p:nvSpPr>
          <p:cNvPr id="641" name="element_0641_circle">
            <a:extLst xmlns:a="http://schemas.openxmlformats.org/drawingml/2006/main">
              <a:ext uri="{FF2B5EF4-FFF2-40B4-BE49-F238E27FC236}">
                <a16:creationId xmlns:a16="http://schemas.microsoft.com/office/drawing/2014/main" id="{67AC5D8E-2CBD-489E-8F3A-66EBF6484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6585839"/>
            <a:ext cx="48006" cy="4800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E73"/>
          </a:solidFill>
          <a:ln xmlns:a="http://schemas.openxmlformats.org/drawingml/2006/main" w="7366" cap="rnd">
            <a:solidFill>
              <a:srgbClr val="009E73"/>
            </a:solidFill>
            <a:prstDash val="solid"/>
            <a:round/>
          </a:ln>
        </p:spPr>
      </p:sp>
      <p:sp>
        <p:nvSpPr>
          <p:cNvPr id="642" name="element_0642_circle">
            <a:extLst xmlns:a="http://schemas.openxmlformats.org/drawingml/2006/main">
              <a:ext uri="{FF2B5EF4-FFF2-40B4-BE49-F238E27FC236}">
                <a16:creationId xmlns:a16="http://schemas.microsoft.com/office/drawing/2014/main" id="{751A4A49-2297-4EA2-86EB-86549110E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8461" y="6277864"/>
            <a:ext cx="48006" cy="4800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E73"/>
          </a:solidFill>
          <a:ln xmlns:a="http://schemas.openxmlformats.org/drawingml/2006/main" w="7366" cap="rnd">
            <a:solidFill>
              <a:srgbClr val="009E73"/>
            </a:solidFill>
            <a:prstDash val="solid"/>
            <a:round/>
          </a:ln>
        </p:spPr>
      </p:sp>
      <p:sp>
        <p:nvSpPr>
          <p:cNvPr id="643" name="element_0643_circle">
            <a:extLst xmlns:a="http://schemas.openxmlformats.org/drawingml/2006/main">
              <a:ext uri="{FF2B5EF4-FFF2-40B4-BE49-F238E27FC236}">
                <a16:creationId xmlns:a16="http://schemas.microsoft.com/office/drawing/2014/main" id="{C3CD834E-61D7-43AB-8710-3BD24A3C3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5133" y="5994146"/>
            <a:ext cx="48006" cy="4800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E73"/>
          </a:solidFill>
          <a:ln xmlns:a="http://schemas.openxmlformats.org/drawingml/2006/main" w="7366" cap="rnd">
            <a:solidFill>
              <a:srgbClr val="009E73"/>
            </a:solidFill>
            <a:prstDash val="solid"/>
            <a:round/>
          </a:ln>
        </p:spPr>
      </p:sp>
      <p:sp>
        <p:nvSpPr>
          <p:cNvPr id="644" name="element_0644_circle">
            <a:extLst xmlns:a="http://schemas.openxmlformats.org/drawingml/2006/main">
              <a:ext uri="{FF2B5EF4-FFF2-40B4-BE49-F238E27FC236}">
                <a16:creationId xmlns:a16="http://schemas.microsoft.com/office/drawing/2014/main" id="{BAD8A587-4510-413B-B82F-07954A168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165" y="5051806"/>
            <a:ext cx="48006" cy="4800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E73"/>
          </a:solidFill>
          <a:ln xmlns:a="http://schemas.openxmlformats.org/drawingml/2006/main" w="7366" cap="rnd">
            <a:solidFill>
              <a:srgbClr val="009E73"/>
            </a:solidFill>
            <a:prstDash val="solid"/>
            <a:round/>
          </a:ln>
        </p:spPr>
      </p:sp>
      <p:sp>
        <p:nvSpPr>
          <p:cNvPr id="645" name="element_0645_circle">
            <a:extLst xmlns:a="http://schemas.openxmlformats.org/drawingml/2006/main">
              <a:ext uri="{FF2B5EF4-FFF2-40B4-BE49-F238E27FC236}">
                <a16:creationId xmlns:a16="http://schemas.microsoft.com/office/drawing/2014/main" id="{00E5904C-7E22-4FD3-87A8-039ACF7E0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556" y="5277231"/>
            <a:ext cx="48006" cy="4800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E73"/>
          </a:solidFill>
          <a:ln xmlns:a="http://schemas.openxmlformats.org/drawingml/2006/main" w="7366" cap="rnd">
            <a:solidFill>
              <a:srgbClr val="009E73"/>
            </a:solidFill>
            <a:prstDash val="solid"/>
            <a:round/>
          </a:ln>
        </p:spPr>
      </p:sp>
      <p:sp>
        <p:nvSpPr>
          <p:cNvPr id="646" name="element_0646_circle">
            <a:extLst xmlns:a="http://schemas.openxmlformats.org/drawingml/2006/main">
              <a:ext uri="{FF2B5EF4-FFF2-40B4-BE49-F238E27FC236}">
                <a16:creationId xmlns:a16="http://schemas.microsoft.com/office/drawing/2014/main" id="{4C8C2B01-1DDB-44BF-A8A6-B2EB126D4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9098" y="4885944"/>
            <a:ext cx="48006" cy="4800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E73"/>
          </a:solidFill>
          <a:ln xmlns:a="http://schemas.openxmlformats.org/drawingml/2006/main" w="7366" cap="rnd">
            <a:solidFill>
              <a:srgbClr val="009E73"/>
            </a:solidFill>
            <a:prstDash val="solid"/>
            <a:round/>
          </a:ln>
        </p:spPr>
      </p:sp>
      <p:sp>
        <p:nvSpPr>
          <p:cNvPr id="647" name="element_0647_text_C-index: 0.694 (apparent); 0.685 (c">
            <a:extLst xmlns:a="http://schemas.openxmlformats.org/drawingml/2006/main">
              <a:ext uri="{FF2B5EF4-FFF2-40B4-BE49-F238E27FC236}">
                <a16:creationId xmlns:a16="http://schemas.microsoft.com/office/drawing/2014/main" id="{3E5E121B-BE7A-49D6-9BDC-D6C672235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21606" y="3663894"/>
            <a:ext cx="1803464" cy="1152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72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2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2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C-index: 0.694 (apparent); 0.685 (corrected)</a:t>
            </a:r>
          </a:p>
        </p:txBody>
      </p:sp>
      <p:sp>
        <p:nvSpPr>
          <p:cNvPr id="648" name="element_0648_text_IPCW Brier (apparent), 1 / 3 / 5 y*">
            <a:extLst xmlns:a="http://schemas.openxmlformats.org/drawingml/2006/main">
              <a:ext uri="{FF2B5EF4-FFF2-40B4-BE49-F238E27FC236}">
                <a16:creationId xmlns:a16="http://schemas.microsoft.com/office/drawing/2014/main" id="{08286AFC-9E8A-455B-8F85-1A7774C6D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21606" y="3796482"/>
            <a:ext cx="1403794" cy="1152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72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2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2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IPCW Brier (apparent), 1 / 3 / 5 y*:</a:t>
            </a:r>
          </a:p>
        </p:txBody>
      </p:sp>
      <p:sp>
        <p:nvSpPr>
          <p:cNvPr id="649" name="element_0649_text_0.125 / 0.208 / 0.165">
            <a:extLst xmlns:a="http://schemas.openxmlformats.org/drawingml/2006/main">
              <a:ext uri="{FF2B5EF4-FFF2-40B4-BE49-F238E27FC236}">
                <a16:creationId xmlns:a16="http://schemas.microsoft.com/office/drawing/2014/main" id="{04653F2C-C955-46A4-92FF-DC6E4773F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21606" y="3929197"/>
            <a:ext cx="846106" cy="1152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72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2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2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0.125 / 0.208 / 0.165</a:t>
            </a:r>
          </a:p>
        </p:txBody>
      </p:sp>
      <p:sp>
        <p:nvSpPr>
          <p:cNvPr id="650" name="element_0650_rect">
            <a:extLst xmlns:a="http://schemas.openxmlformats.org/drawingml/2006/main">
              <a:ext uri="{FF2B5EF4-FFF2-40B4-BE49-F238E27FC236}">
                <a16:creationId xmlns:a16="http://schemas.microsoft.com/office/drawing/2014/main" id="{B8F1EEA3-AF49-4AC7-BDA1-FCAF46A00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5488" y="5742940"/>
            <a:ext cx="723646" cy="77228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049" cap="rnd">
            <a:noFill/>
            <a:prstDash val="solid"/>
            <a:round/>
          </a:ln>
        </p:spPr>
      </p:sp>
      <p:sp>
        <p:nvSpPr>
          <p:cNvPr id="651" name="element_0651_rect">
            <a:extLst xmlns:a="http://schemas.openxmlformats.org/drawingml/2006/main">
              <a:ext uri="{FF2B5EF4-FFF2-40B4-BE49-F238E27FC236}">
                <a16:creationId xmlns:a16="http://schemas.microsoft.com/office/drawing/2014/main" id="{01926993-D51D-408D-AA8C-2E9111CBC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2511" y="5799836"/>
            <a:ext cx="179959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049" cap="rnd">
            <a:noFill/>
            <a:prstDash val="solid"/>
            <a:round/>
          </a:ln>
        </p:spPr>
      </p:sp>
      <p:sp>
        <p:nvSpPr>
          <p:cNvPr id="652" name="element_0652_line">
            <a:extLst xmlns:a="http://schemas.openxmlformats.org/drawingml/2006/main">
              <a:ext uri="{FF2B5EF4-FFF2-40B4-BE49-F238E27FC236}">
                <a16:creationId xmlns:a16="http://schemas.microsoft.com/office/drawing/2014/main" id="{E7F0F072-AA23-4B46-B403-5237A2E23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0418" y="5909564"/>
            <a:ext cx="144018" cy="10"/>
          </a:xfrm>
          <a:custGeom xmlns:a="http://schemas.openxmlformats.org/drawingml/2006/main">
            <a:pathLst>
              <a:path w="144018" h="10">
                <a:moveTo>
                  <a:pt x="0" y="0"/>
                </a:moveTo>
                <a:lnTo>
                  <a:pt x="14401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923" cap="rnd">
            <a:solidFill>
              <a:srgbClr val="0072B2"/>
            </a:solidFill>
            <a:prstDash val="solid"/>
            <a:round/>
          </a:ln>
        </p:spPr>
      </p:sp>
      <p:sp>
        <p:nvSpPr>
          <p:cNvPr id="653" name="element_0653_circle">
            <a:extLst xmlns:a="http://schemas.openxmlformats.org/drawingml/2006/main">
              <a:ext uri="{FF2B5EF4-FFF2-40B4-BE49-F238E27FC236}">
                <a16:creationId xmlns:a16="http://schemas.microsoft.com/office/drawing/2014/main" id="{EA54DD5E-EC73-4B43-B4F1-114B41FDD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8424" y="5885561"/>
            <a:ext cx="48006" cy="4800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7366" cap="rnd">
            <a:solidFill>
              <a:srgbClr val="0072B2"/>
            </a:solidFill>
            <a:prstDash val="solid"/>
            <a:round/>
          </a:ln>
        </p:spPr>
      </p:sp>
      <p:sp>
        <p:nvSpPr>
          <p:cNvPr id="654" name="element_0654_rect">
            <a:extLst xmlns:a="http://schemas.openxmlformats.org/drawingml/2006/main">
              <a:ext uri="{FF2B5EF4-FFF2-40B4-BE49-F238E27FC236}">
                <a16:creationId xmlns:a16="http://schemas.microsoft.com/office/drawing/2014/main" id="{9036D57D-6F9B-47F0-8420-B39C99371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2511" y="6019292"/>
            <a:ext cx="179959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049" cap="rnd">
            <a:noFill/>
            <a:prstDash val="solid"/>
            <a:round/>
          </a:ln>
        </p:spPr>
      </p:sp>
      <p:sp>
        <p:nvSpPr>
          <p:cNvPr id="655" name="element_0655_line">
            <a:extLst xmlns:a="http://schemas.openxmlformats.org/drawingml/2006/main">
              <a:ext uri="{FF2B5EF4-FFF2-40B4-BE49-F238E27FC236}">
                <a16:creationId xmlns:a16="http://schemas.microsoft.com/office/drawing/2014/main" id="{C7CDF37C-2704-4383-BED7-FA8964B84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0418" y="6129020"/>
            <a:ext cx="101219" cy="10"/>
          </a:xfrm>
          <a:custGeom xmlns:a="http://schemas.openxmlformats.org/drawingml/2006/main">
            <a:pathLst>
              <a:path w="101219" h="10">
                <a:moveTo>
                  <a:pt x="0" y="0"/>
                </a:moveTo>
                <a:lnTo>
                  <a:pt x="10121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923" cap="rnd">
            <a:solidFill>
              <a:srgbClr val="E69F00"/>
            </a:solidFill>
            <a:prstDash val="solid"/>
            <a:round/>
          </a:ln>
        </p:spPr>
      </p:sp>
      <p:sp>
        <p:nvSpPr>
          <p:cNvPr id="656" name="element_0656_circle">
            <a:extLst xmlns:a="http://schemas.openxmlformats.org/drawingml/2006/main">
              <a:ext uri="{FF2B5EF4-FFF2-40B4-BE49-F238E27FC236}">
                <a16:creationId xmlns:a16="http://schemas.microsoft.com/office/drawing/2014/main" id="{3B00C011-317D-4E07-89B6-353CE1D35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8424" y="6105017"/>
            <a:ext cx="48006" cy="4800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9F00"/>
          </a:solidFill>
          <a:ln xmlns:a="http://schemas.openxmlformats.org/drawingml/2006/main" w="7366" cap="rnd">
            <a:solidFill>
              <a:srgbClr val="E69F00"/>
            </a:solidFill>
            <a:prstDash val="solid"/>
            <a:round/>
          </a:ln>
        </p:spPr>
      </p:sp>
      <p:sp>
        <p:nvSpPr>
          <p:cNvPr id="657" name="element_0657_rect">
            <a:extLst xmlns:a="http://schemas.openxmlformats.org/drawingml/2006/main">
              <a:ext uri="{FF2B5EF4-FFF2-40B4-BE49-F238E27FC236}">
                <a16:creationId xmlns:a16="http://schemas.microsoft.com/office/drawing/2014/main" id="{2DEC17C7-743F-4F1B-BE1D-0B391E81E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2511" y="6238748"/>
            <a:ext cx="179959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049" cap="rnd">
            <a:noFill/>
            <a:prstDash val="solid"/>
            <a:round/>
          </a:ln>
        </p:spPr>
      </p:sp>
      <p:sp>
        <p:nvSpPr>
          <p:cNvPr id="658" name="element_0658_line">
            <a:extLst xmlns:a="http://schemas.openxmlformats.org/drawingml/2006/main">
              <a:ext uri="{FF2B5EF4-FFF2-40B4-BE49-F238E27FC236}">
                <a16:creationId xmlns:a16="http://schemas.microsoft.com/office/drawing/2014/main" id="{9BA4B558-8160-4909-84BC-2D3435813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0418" y="6348476"/>
            <a:ext cx="144018" cy="10"/>
          </a:xfrm>
          <a:custGeom xmlns:a="http://schemas.openxmlformats.org/drawingml/2006/main">
            <a:pathLst>
              <a:path w="144018" h="10">
                <a:moveTo>
                  <a:pt x="0" y="0"/>
                </a:moveTo>
                <a:lnTo>
                  <a:pt x="25273" y="0"/>
                </a:lnTo>
                <a:moveTo>
                  <a:pt x="101219" y="0"/>
                </a:moveTo>
                <a:lnTo>
                  <a:pt x="14401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923" cap="rnd">
            <a:solidFill>
              <a:srgbClr val="009E73"/>
            </a:solidFill>
            <a:prstDash val="solid"/>
            <a:round/>
          </a:ln>
        </p:spPr>
      </p:sp>
      <p:sp>
        <p:nvSpPr>
          <p:cNvPr id="659" name="element_0659_circle">
            <a:extLst xmlns:a="http://schemas.openxmlformats.org/drawingml/2006/main">
              <a:ext uri="{FF2B5EF4-FFF2-40B4-BE49-F238E27FC236}">
                <a16:creationId xmlns:a16="http://schemas.microsoft.com/office/drawing/2014/main" id="{99163C91-20C0-443B-AA3F-985196920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8424" y="6324473"/>
            <a:ext cx="48006" cy="4800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E73"/>
          </a:solidFill>
          <a:ln xmlns:a="http://schemas.openxmlformats.org/drawingml/2006/main" w="7366" cap="rnd">
            <a:solidFill>
              <a:srgbClr val="009E73"/>
            </a:solidFill>
            <a:prstDash val="solid"/>
            <a:round/>
          </a:ln>
        </p:spPr>
      </p:sp>
      <p:sp>
        <p:nvSpPr>
          <p:cNvPr id="660" name="element_0660_text_1 year">
            <a:extLst xmlns:a="http://schemas.openxmlformats.org/drawingml/2006/main">
              <a:ext uri="{FF2B5EF4-FFF2-40B4-BE49-F238E27FC236}">
                <a16:creationId xmlns:a16="http://schemas.microsoft.com/office/drawing/2014/main" id="{FA9B4945-1468-4E2D-8287-610F1BCCF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19366" y="5847290"/>
            <a:ext cx="28308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8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 year</a:t>
            </a:r>
          </a:p>
        </p:txBody>
      </p:sp>
      <p:sp>
        <p:nvSpPr>
          <p:cNvPr id="661" name="element_0661_text_3 years">
            <a:extLst xmlns:a="http://schemas.openxmlformats.org/drawingml/2006/main">
              <a:ext uri="{FF2B5EF4-FFF2-40B4-BE49-F238E27FC236}">
                <a16:creationId xmlns:a16="http://schemas.microsoft.com/office/drawing/2014/main" id="{BD4F1D34-AA24-45C4-982E-A7CC826D7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19366" y="6066746"/>
            <a:ext cx="33385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8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 years</a:t>
            </a:r>
          </a:p>
        </p:txBody>
      </p:sp>
      <p:sp>
        <p:nvSpPr>
          <p:cNvPr id="662" name="element_0662_text_5 years*">
            <a:extLst xmlns:a="http://schemas.openxmlformats.org/drawingml/2006/main">
              <a:ext uri="{FF2B5EF4-FFF2-40B4-BE49-F238E27FC236}">
                <a16:creationId xmlns:a16="http://schemas.microsoft.com/office/drawing/2014/main" id="{2D0DCF08-5DA4-459B-941B-F846DBBC9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19366" y="6286202"/>
            <a:ext cx="37328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8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 years*</a:t>
            </a:r>
          </a:p>
        </p:txBody>
      </p:sp>
      <p:sp>
        <p:nvSpPr>
          <p:cNvPr id="663" name="element_0663_polyline">
            <a:extLst xmlns:a="http://schemas.openxmlformats.org/drawingml/2006/main">
              <a:ext uri="{FF2B5EF4-FFF2-40B4-BE49-F238E27FC236}">
                <a16:creationId xmlns:a16="http://schemas.microsoft.com/office/drawing/2014/main" id="{9ABB71D1-9049-4C8A-850F-8CD2B6490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940" y="3596259"/>
            <a:ext cx="10" cy="3040507"/>
          </a:xfrm>
          <a:custGeom xmlns:a="http://schemas.openxmlformats.org/drawingml/2006/main">
            <a:pathLst>
              <a:path w="10" h="3040507">
                <a:moveTo>
                  <a:pt x="0" y="30405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 cap="rnd">
            <a:solidFill>
              <a:srgbClr val="000000"/>
            </a:solidFill>
            <a:prstDash val="solid"/>
            <a:round/>
          </a:ln>
        </p:spPr>
      </p:sp>
      <p:sp>
        <p:nvSpPr>
          <p:cNvPr id="664" name="element_0664_text_0.0">
            <a:extLst xmlns:a="http://schemas.openxmlformats.org/drawingml/2006/main">
              <a:ext uri="{FF2B5EF4-FFF2-40B4-BE49-F238E27FC236}">
                <a16:creationId xmlns:a16="http://schemas.microsoft.com/office/drawing/2014/main" id="{719D4C92-7FC8-4DE3-94F5-51531FAAF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99248" y="6570608"/>
            <a:ext cx="150971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8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665" name="element_0665_text_0.2">
            <a:extLst xmlns:a="http://schemas.openxmlformats.org/drawingml/2006/main">
              <a:ext uri="{FF2B5EF4-FFF2-40B4-BE49-F238E27FC236}">
                <a16:creationId xmlns:a16="http://schemas.microsoft.com/office/drawing/2014/main" id="{440CEE74-325C-4510-8CC8-2C4AC23CA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99248" y="5962532"/>
            <a:ext cx="150971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8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0.2</a:t>
            </a:r>
          </a:p>
        </p:txBody>
      </p:sp>
      <p:sp>
        <p:nvSpPr>
          <p:cNvPr id="666" name="element_0666_text_0.4">
            <a:extLst xmlns:a="http://schemas.openxmlformats.org/drawingml/2006/main">
              <a:ext uri="{FF2B5EF4-FFF2-40B4-BE49-F238E27FC236}">
                <a16:creationId xmlns:a16="http://schemas.microsoft.com/office/drawing/2014/main" id="{A71DFFE5-503D-4C11-9FD1-D5D6608F9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99248" y="5354329"/>
            <a:ext cx="150971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8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0.4</a:t>
            </a:r>
          </a:p>
        </p:txBody>
      </p:sp>
      <p:sp>
        <p:nvSpPr>
          <p:cNvPr id="667" name="element_0667_text_0.6">
            <a:extLst xmlns:a="http://schemas.openxmlformats.org/drawingml/2006/main">
              <a:ext uri="{FF2B5EF4-FFF2-40B4-BE49-F238E27FC236}">
                <a16:creationId xmlns:a16="http://schemas.microsoft.com/office/drawing/2014/main" id="{B1B8F2E9-0CE4-4E83-88BD-6B7DF7728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99248" y="4746253"/>
            <a:ext cx="150971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8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0.6</a:t>
            </a:r>
          </a:p>
        </p:txBody>
      </p:sp>
      <p:sp>
        <p:nvSpPr>
          <p:cNvPr id="668" name="element_0668_text_0.8">
            <a:extLst xmlns:a="http://schemas.openxmlformats.org/drawingml/2006/main">
              <a:ext uri="{FF2B5EF4-FFF2-40B4-BE49-F238E27FC236}">
                <a16:creationId xmlns:a16="http://schemas.microsoft.com/office/drawing/2014/main" id="{7DE5BBDC-1695-4DAB-9EEA-A13C5F7EB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99248" y="4138177"/>
            <a:ext cx="150971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8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0.8</a:t>
            </a:r>
          </a:p>
        </p:txBody>
      </p:sp>
      <p:sp>
        <p:nvSpPr>
          <p:cNvPr id="669" name="element_0669_text_1.0">
            <a:extLst xmlns:a="http://schemas.openxmlformats.org/drawingml/2006/main">
              <a:ext uri="{FF2B5EF4-FFF2-40B4-BE49-F238E27FC236}">
                <a16:creationId xmlns:a16="http://schemas.microsoft.com/office/drawing/2014/main" id="{A236AAB7-7992-4E75-905B-EADEDF95C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99248" y="3530101"/>
            <a:ext cx="150971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8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1.0</a:t>
            </a:r>
          </a:p>
        </p:txBody>
      </p:sp>
      <p:sp>
        <p:nvSpPr>
          <p:cNvPr id="670" name="element_0670_polyline">
            <a:extLst xmlns:a="http://schemas.openxmlformats.org/drawingml/2006/main">
              <a:ext uri="{FF2B5EF4-FFF2-40B4-BE49-F238E27FC236}">
                <a16:creationId xmlns:a16="http://schemas.microsoft.com/office/drawing/2014/main" id="{327D1FBD-A419-4702-A682-3C1979E02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940" y="6636766"/>
            <a:ext cx="53975" cy="10"/>
          </a:xfrm>
          <a:custGeom xmlns:a="http://schemas.openxmlformats.org/drawingml/2006/main">
            <a:pathLst>
              <a:path w="53975" h="10">
                <a:moveTo>
                  <a:pt x="539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 cap="rnd">
            <a:solidFill>
              <a:srgbClr val="000000"/>
            </a:solidFill>
            <a:prstDash val="solid"/>
            <a:round/>
          </a:ln>
        </p:spPr>
      </p:sp>
      <p:sp>
        <p:nvSpPr>
          <p:cNvPr id="671" name="element_0671_polyline">
            <a:extLst xmlns:a="http://schemas.openxmlformats.org/drawingml/2006/main">
              <a:ext uri="{FF2B5EF4-FFF2-40B4-BE49-F238E27FC236}">
                <a16:creationId xmlns:a16="http://schemas.microsoft.com/office/drawing/2014/main" id="{56189B5F-08EE-4E8A-A9FC-3272F8F23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940" y="6028690"/>
            <a:ext cx="53975" cy="10"/>
          </a:xfrm>
          <a:custGeom xmlns:a="http://schemas.openxmlformats.org/drawingml/2006/main">
            <a:pathLst>
              <a:path w="53975" h="10">
                <a:moveTo>
                  <a:pt x="539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 cap="rnd">
            <a:solidFill>
              <a:srgbClr val="000000"/>
            </a:solidFill>
            <a:prstDash val="solid"/>
            <a:round/>
          </a:ln>
        </p:spPr>
      </p:sp>
      <p:sp>
        <p:nvSpPr>
          <p:cNvPr id="672" name="element_0672_polyline">
            <a:extLst xmlns:a="http://schemas.openxmlformats.org/drawingml/2006/main">
              <a:ext uri="{FF2B5EF4-FFF2-40B4-BE49-F238E27FC236}">
                <a16:creationId xmlns:a16="http://schemas.microsoft.com/office/drawing/2014/main" id="{11CE6AC9-ED1F-488E-98EB-CB37A3D98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940" y="5420614"/>
            <a:ext cx="53975" cy="10"/>
          </a:xfrm>
          <a:custGeom xmlns:a="http://schemas.openxmlformats.org/drawingml/2006/main">
            <a:pathLst>
              <a:path w="53975" h="10">
                <a:moveTo>
                  <a:pt x="539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 cap="rnd">
            <a:solidFill>
              <a:srgbClr val="000000"/>
            </a:solidFill>
            <a:prstDash val="solid"/>
            <a:round/>
          </a:ln>
        </p:spPr>
      </p:sp>
      <p:sp>
        <p:nvSpPr>
          <p:cNvPr id="673" name="element_0673_polyline">
            <a:extLst xmlns:a="http://schemas.openxmlformats.org/drawingml/2006/main">
              <a:ext uri="{FF2B5EF4-FFF2-40B4-BE49-F238E27FC236}">
                <a16:creationId xmlns:a16="http://schemas.microsoft.com/office/drawing/2014/main" id="{0D7E31DA-83DD-4743-88A0-DF8AEEAC2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940" y="4812538"/>
            <a:ext cx="53975" cy="10"/>
          </a:xfrm>
          <a:custGeom xmlns:a="http://schemas.openxmlformats.org/drawingml/2006/main">
            <a:pathLst>
              <a:path w="53975" h="10">
                <a:moveTo>
                  <a:pt x="539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 cap="rnd">
            <a:solidFill>
              <a:srgbClr val="000000"/>
            </a:solidFill>
            <a:prstDash val="solid"/>
            <a:round/>
          </a:ln>
        </p:spPr>
      </p:sp>
      <p:sp>
        <p:nvSpPr>
          <p:cNvPr id="674" name="element_0674_polyline">
            <a:extLst xmlns:a="http://schemas.openxmlformats.org/drawingml/2006/main">
              <a:ext uri="{FF2B5EF4-FFF2-40B4-BE49-F238E27FC236}">
                <a16:creationId xmlns:a16="http://schemas.microsoft.com/office/drawing/2014/main" id="{6E8199E0-92AD-4AD8-882C-B689467C4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940" y="4204335"/>
            <a:ext cx="53975" cy="10"/>
          </a:xfrm>
          <a:custGeom xmlns:a="http://schemas.openxmlformats.org/drawingml/2006/main">
            <a:pathLst>
              <a:path w="53975" h="10">
                <a:moveTo>
                  <a:pt x="539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 cap="rnd">
            <a:solidFill>
              <a:srgbClr val="000000"/>
            </a:solidFill>
            <a:prstDash val="solid"/>
            <a:round/>
          </a:ln>
        </p:spPr>
      </p:sp>
      <p:sp>
        <p:nvSpPr>
          <p:cNvPr id="675" name="element_0675_polyline">
            <a:extLst xmlns:a="http://schemas.openxmlformats.org/drawingml/2006/main">
              <a:ext uri="{FF2B5EF4-FFF2-40B4-BE49-F238E27FC236}">
                <a16:creationId xmlns:a16="http://schemas.microsoft.com/office/drawing/2014/main" id="{6E346AAE-766A-4791-9AC6-42821B110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940" y="3596259"/>
            <a:ext cx="53975" cy="10"/>
          </a:xfrm>
          <a:custGeom xmlns:a="http://schemas.openxmlformats.org/drawingml/2006/main">
            <a:pathLst>
              <a:path w="53975" h="10">
                <a:moveTo>
                  <a:pt x="539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 cap="rnd">
            <a:solidFill>
              <a:srgbClr val="000000"/>
            </a:solidFill>
            <a:prstDash val="solid"/>
            <a:round/>
          </a:ln>
        </p:spPr>
      </p:sp>
      <p:sp>
        <p:nvSpPr>
          <p:cNvPr id="676" name="element_0676_text_Observed survival probability">
            <a:extLst xmlns:a="http://schemas.openxmlformats.org/drawingml/2006/main">
              <a:ext uri="{FF2B5EF4-FFF2-40B4-BE49-F238E27FC236}">
                <a16:creationId xmlns:a16="http://schemas.microsoft.com/office/drawing/2014/main" id="{13C1802C-F584-4B4B-ADA8-0CB5583E7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3572842" y="5044662"/>
            <a:ext cx="1468469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Observed survival probability</a:t>
            </a:r>
          </a:p>
        </p:txBody>
      </p:sp>
      <p:sp>
        <p:nvSpPr>
          <p:cNvPr id="677" name="element_0677_polyline">
            <a:extLst xmlns:a="http://schemas.openxmlformats.org/drawingml/2006/main">
              <a:ext uri="{FF2B5EF4-FFF2-40B4-BE49-F238E27FC236}">
                <a16:creationId xmlns:a16="http://schemas.microsoft.com/office/drawing/2014/main" id="{E117B457-1316-4445-A7A8-70C1B8724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940" y="6636766"/>
            <a:ext cx="3040507" cy="10"/>
          </a:xfrm>
          <a:custGeom xmlns:a="http://schemas.openxmlformats.org/drawingml/2006/main">
            <a:pathLst>
              <a:path w="3040507" h="10">
                <a:moveTo>
                  <a:pt x="0" y="0"/>
                </a:moveTo>
                <a:lnTo>
                  <a:pt x="30405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 cap="rnd">
            <a:solidFill>
              <a:srgbClr val="000000"/>
            </a:solidFill>
            <a:prstDash val="solid"/>
            <a:round/>
          </a:ln>
        </p:spPr>
      </p:sp>
      <p:sp>
        <p:nvSpPr>
          <p:cNvPr id="678" name="element_0678_polyline">
            <a:extLst xmlns:a="http://schemas.openxmlformats.org/drawingml/2006/main">
              <a:ext uri="{FF2B5EF4-FFF2-40B4-BE49-F238E27FC236}">
                <a16:creationId xmlns:a16="http://schemas.microsoft.com/office/drawing/2014/main" id="{331E6FAF-4A8C-4A0E-9E35-83A9D21C9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940" y="6582791"/>
            <a:ext cx="10" cy="53975"/>
          </a:xfrm>
          <a:custGeom xmlns:a="http://schemas.openxmlformats.org/drawingml/2006/main">
            <a:pathLst>
              <a:path w="10" h="53975">
                <a:moveTo>
                  <a:pt x="0" y="0"/>
                </a:moveTo>
                <a:lnTo>
                  <a:pt x="0" y="53975"/>
                </a:lnTo>
              </a:path>
            </a:pathLst>
          </a:custGeom>
          <a:noFill xmlns:a="http://schemas.openxmlformats.org/drawingml/2006/main"/>
          <a:ln xmlns:a="http://schemas.openxmlformats.org/drawingml/2006/main" w="9525" cap="rnd">
            <a:solidFill>
              <a:srgbClr val="000000"/>
            </a:solidFill>
            <a:prstDash val="solid"/>
            <a:round/>
          </a:ln>
        </p:spPr>
      </p:sp>
      <p:sp>
        <p:nvSpPr>
          <p:cNvPr id="679" name="element_0679_polyline">
            <a:extLst xmlns:a="http://schemas.openxmlformats.org/drawingml/2006/main">
              <a:ext uri="{FF2B5EF4-FFF2-40B4-BE49-F238E27FC236}">
                <a16:creationId xmlns:a16="http://schemas.microsoft.com/office/drawing/2014/main" id="{2AFC50BC-2DF4-4350-905A-73E23B3D5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8016" y="6582791"/>
            <a:ext cx="10" cy="53975"/>
          </a:xfrm>
          <a:custGeom xmlns:a="http://schemas.openxmlformats.org/drawingml/2006/main">
            <a:pathLst>
              <a:path w="10" h="53975">
                <a:moveTo>
                  <a:pt x="0" y="0"/>
                </a:moveTo>
                <a:lnTo>
                  <a:pt x="0" y="53975"/>
                </a:lnTo>
              </a:path>
            </a:pathLst>
          </a:custGeom>
          <a:noFill xmlns:a="http://schemas.openxmlformats.org/drawingml/2006/main"/>
          <a:ln xmlns:a="http://schemas.openxmlformats.org/drawingml/2006/main" w="9525" cap="rnd">
            <a:solidFill>
              <a:srgbClr val="000000"/>
            </a:solidFill>
            <a:prstDash val="solid"/>
            <a:round/>
          </a:ln>
        </p:spPr>
      </p:sp>
      <p:sp>
        <p:nvSpPr>
          <p:cNvPr id="680" name="element_0680_polyline">
            <a:extLst xmlns:a="http://schemas.openxmlformats.org/drawingml/2006/main">
              <a:ext uri="{FF2B5EF4-FFF2-40B4-BE49-F238E27FC236}">
                <a16:creationId xmlns:a16="http://schemas.microsoft.com/office/drawing/2014/main" id="{E4D14E9A-3F1D-4CFB-BD59-98FE1C632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6092" y="6582791"/>
            <a:ext cx="10" cy="53975"/>
          </a:xfrm>
          <a:custGeom xmlns:a="http://schemas.openxmlformats.org/drawingml/2006/main">
            <a:pathLst>
              <a:path w="10" h="53975">
                <a:moveTo>
                  <a:pt x="0" y="0"/>
                </a:moveTo>
                <a:lnTo>
                  <a:pt x="0" y="53975"/>
                </a:lnTo>
              </a:path>
            </a:pathLst>
          </a:custGeom>
          <a:noFill xmlns:a="http://schemas.openxmlformats.org/drawingml/2006/main"/>
          <a:ln xmlns:a="http://schemas.openxmlformats.org/drawingml/2006/main" w="9525" cap="rnd">
            <a:solidFill>
              <a:srgbClr val="000000"/>
            </a:solidFill>
            <a:prstDash val="solid"/>
            <a:round/>
          </a:ln>
        </p:spPr>
      </p:sp>
      <p:sp>
        <p:nvSpPr>
          <p:cNvPr id="681" name="element_0681_polyline">
            <a:extLst xmlns:a="http://schemas.openxmlformats.org/drawingml/2006/main">
              <a:ext uri="{FF2B5EF4-FFF2-40B4-BE49-F238E27FC236}">
                <a16:creationId xmlns:a16="http://schemas.microsoft.com/office/drawing/2014/main" id="{9B1117B8-816E-4F5A-AD42-FC166AA7D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4168" y="6582791"/>
            <a:ext cx="10" cy="53975"/>
          </a:xfrm>
          <a:custGeom xmlns:a="http://schemas.openxmlformats.org/drawingml/2006/main">
            <a:pathLst>
              <a:path w="10" h="53975">
                <a:moveTo>
                  <a:pt x="0" y="0"/>
                </a:moveTo>
                <a:lnTo>
                  <a:pt x="0" y="53975"/>
                </a:lnTo>
              </a:path>
            </a:pathLst>
          </a:custGeom>
          <a:noFill xmlns:a="http://schemas.openxmlformats.org/drawingml/2006/main"/>
          <a:ln xmlns:a="http://schemas.openxmlformats.org/drawingml/2006/main" w="9525" cap="rnd">
            <a:solidFill>
              <a:srgbClr val="000000"/>
            </a:solidFill>
            <a:prstDash val="solid"/>
            <a:round/>
          </a:ln>
        </p:spPr>
      </p:sp>
      <p:sp>
        <p:nvSpPr>
          <p:cNvPr id="682" name="element_0682_polyline">
            <a:extLst xmlns:a="http://schemas.openxmlformats.org/drawingml/2006/main">
              <a:ext uri="{FF2B5EF4-FFF2-40B4-BE49-F238E27FC236}">
                <a16:creationId xmlns:a16="http://schemas.microsoft.com/office/drawing/2014/main" id="{BE42CF85-BE70-4AFA-A40D-1FB859964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2371" y="6582791"/>
            <a:ext cx="10" cy="53975"/>
          </a:xfrm>
          <a:custGeom xmlns:a="http://schemas.openxmlformats.org/drawingml/2006/main">
            <a:pathLst>
              <a:path w="10" h="53975">
                <a:moveTo>
                  <a:pt x="0" y="0"/>
                </a:moveTo>
                <a:lnTo>
                  <a:pt x="0" y="53975"/>
                </a:lnTo>
              </a:path>
            </a:pathLst>
          </a:custGeom>
          <a:noFill xmlns:a="http://schemas.openxmlformats.org/drawingml/2006/main"/>
          <a:ln xmlns:a="http://schemas.openxmlformats.org/drawingml/2006/main" w="9525" cap="rnd">
            <a:solidFill>
              <a:srgbClr val="000000"/>
            </a:solidFill>
            <a:prstDash val="solid"/>
            <a:round/>
          </a:ln>
        </p:spPr>
      </p:sp>
      <p:sp>
        <p:nvSpPr>
          <p:cNvPr id="683" name="element_0683_polyline">
            <a:extLst xmlns:a="http://schemas.openxmlformats.org/drawingml/2006/main">
              <a:ext uri="{FF2B5EF4-FFF2-40B4-BE49-F238E27FC236}">
                <a16:creationId xmlns:a16="http://schemas.microsoft.com/office/drawing/2014/main" id="{2F05CC68-6E0B-4651-B3D1-9570B53B0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0447" y="6582791"/>
            <a:ext cx="10" cy="53975"/>
          </a:xfrm>
          <a:custGeom xmlns:a="http://schemas.openxmlformats.org/drawingml/2006/main">
            <a:pathLst>
              <a:path w="10" h="53975">
                <a:moveTo>
                  <a:pt x="0" y="0"/>
                </a:moveTo>
                <a:lnTo>
                  <a:pt x="0" y="53975"/>
                </a:lnTo>
              </a:path>
            </a:pathLst>
          </a:custGeom>
          <a:noFill xmlns:a="http://schemas.openxmlformats.org/drawingml/2006/main"/>
          <a:ln xmlns:a="http://schemas.openxmlformats.org/drawingml/2006/main" w="9525" cap="rnd">
            <a:solidFill>
              <a:srgbClr val="000000"/>
            </a:solidFill>
            <a:prstDash val="solid"/>
            <a:round/>
          </a:ln>
        </p:spPr>
      </p:sp>
      <p:sp>
        <p:nvSpPr>
          <p:cNvPr id="684" name="element_0684_text_0.0">
            <a:extLst xmlns:a="http://schemas.openxmlformats.org/drawingml/2006/main">
              <a:ext uri="{FF2B5EF4-FFF2-40B4-BE49-F238E27FC236}">
                <a16:creationId xmlns:a16="http://schemas.microsoft.com/office/drawing/2014/main" id="{8386A58F-6987-4D25-B389-78F587A24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24931" y="6659889"/>
            <a:ext cx="150971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8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685" name="element_0685_text_0.2">
            <a:extLst xmlns:a="http://schemas.openxmlformats.org/drawingml/2006/main">
              <a:ext uri="{FF2B5EF4-FFF2-40B4-BE49-F238E27FC236}">
                <a16:creationId xmlns:a16="http://schemas.microsoft.com/office/drawing/2014/main" id="{DDF6F61D-61F2-4C35-B96D-BB261305C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33007" y="6659889"/>
            <a:ext cx="150971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8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0.2</a:t>
            </a:r>
          </a:p>
        </p:txBody>
      </p:sp>
      <p:sp>
        <p:nvSpPr>
          <p:cNvPr id="686" name="element_0686_text_0.4">
            <a:extLst xmlns:a="http://schemas.openxmlformats.org/drawingml/2006/main">
              <a:ext uri="{FF2B5EF4-FFF2-40B4-BE49-F238E27FC236}">
                <a16:creationId xmlns:a16="http://schemas.microsoft.com/office/drawing/2014/main" id="{303F0861-0A06-43E5-9C7B-3BB75D22D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41083" y="6659889"/>
            <a:ext cx="150971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8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0.4</a:t>
            </a:r>
          </a:p>
        </p:txBody>
      </p:sp>
      <p:sp>
        <p:nvSpPr>
          <p:cNvPr id="687" name="element_0687_text_0.6">
            <a:extLst xmlns:a="http://schemas.openxmlformats.org/drawingml/2006/main">
              <a:ext uri="{FF2B5EF4-FFF2-40B4-BE49-F238E27FC236}">
                <a16:creationId xmlns:a16="http://schemas.microsoft.com/office/drawing/2014/main" id="{C038C827-CBA9-4D20-8F43-A527FA7E5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49159" y="6659889"/>
            <a:ext cx="150971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8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0.6</a:t>
            </a:r>
          </a:p>
        </p:txBody>
      </p:sp>
      <p:sp>
        <p:nvSpPr>
          <p:cNvPr id="688" name="element_0688_text_0.8">
            <a:extLst xmlns:a="http://schemas.openxmlformats.org/drawingml/2006/main">
              <a:ext uri="{FF2B5EF4-FFF2-40B4-BE49-F238E27FC236}">
                <a16:creationId xmlns:a16="http://schemas.microsoft.com/office/drawing/2014/main" id="{B6C2FFC8-B27C-4300-B524-352C92517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57362" y="6659889"/>
            <a:ext cx="150971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8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0.8</a:t>
            </a:r>
          </a:p>
        </p:txBody>
      </p:sp>
      <p:sp>
        <p:nvSpPr>
          <p:cNvPr id="689" name="element_0689_text_1.0">
            <a:extLst xmlns:a="http://schemas.openxmlformats.org/drawingml/2006/main">
              <a:ext uri="{FF2B5EF4-FFF2-40B4-BE49-F238E27FC236}">
                <a16:creationId xmlns:a16="http://schemas.microsoft.com/office/drawing/2014/main" id="{03918382-180E-4498-9C0E-D0990D8AB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65438" y="6659889"/>
            <a:ext cx="150971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8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1.0</a:t>
            </a:r>
          </a:p>
        </p:txBody>
      </p:sp>
      <p:sp>
        <p:nvSpPr>
          <p:cNvPr id="690" name="element_0690_text_Predicted survival probability">
            <a:extLst xmlns:a="http://schemas.openxmlformats.org/drawingml/2006/main">
              <a:ext uri="{FF2B5EF4-FFF2-40B4-BE49-F238E27FC236}">
                <a16:creationId xmlns:a16="http://schemas.microsoft.com/office/drawing/2014/main" id="{0147714B-031F-4C89-B7F3-6608BB528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92706" y="6786815"/>
            <a:ext cx="1455801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Predicted survival probability</a:t>
            </a:r>
          </a:p>
        </p:txBody>
      </p:sp>
      <p:sp>
        <p:nvSpPr>
          <p:cNvPr id="691" name="element_0691_text_Bootstrap calibration (B = 1000)">
            <a:extLst xmlns:a="http://schemas.openxmlformats.org/drawingml/2006/main">
              <a:ext uri="{FF2B5EF4-FFF2-40B4-BE49-F238E27FC236}">
                <a16:creationId xmlns:a16="http://schemas.microsoft.com/office/drawing/2014/main" id="{84258A62-1CF8-49E8-A686-AA74DD61E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10778" y="3396730"/>
            <a:ext cx="1819656" cy="150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9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Bootstrap calibration (B = 1000)</a:t>
            </a:r>
          </a:p>
        </p:txBody>
      </p:sp>
      <p:sp>
        <p:nvSpPr>
          <p:cNvPr id="692" name="element_0692_text_d">
            <a:extLst xmlns:a="http://schemas.openxmlformats.org/drawingml/2006/main">
              <a:ext uri="{FF2B5EF4-FFF2-40B4-BE49-F238E27FC236}">
                <a16:creationId xmlns:a16="http://schemas.microsoft.com/office/drawing/2014/main" id="{5C1A740C-7B98-4256-94C8-E7368BF83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87285" y="3290992"/>
            <a:ext cx="78486" cy="15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0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693" name="element_0693_text_Simulated cohort: n = 480; OS event">
            <a:extLst xmlns:a="http://schemas.openxmlformats.org/drawingml/2006/main">
              <a:ext uri="{FF2B5EF4-FFF2-40B4-BE49-F238E27FC236}">
                <a16:creationId xmlns:a16="http://schemas.microsoft.com/office/drawing/2014/main" id="{F830A949-F273-4673-87B3-959C82A88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892" y="7038191"/>
            <a:ext cx="4457319" cy="11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70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0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7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Simulated cohort: n = 480; OS events = 274.  Cox uses continuous log biomarker; cutoff-based KM is exploratory.</a:t>
            </a:r>
          </a:p>
        </p:txBody>
      </p:sp>
      <p:sp>
        <p:nvSpPr>
          <p:cNvPr id="694" name="element_0694_text_*5-year ROC, calibration and Brier ">
            <a:extLst xmlns:a="http://schemas.openxmlformats.org/drawingml/2006/main">
              <a:ext uri="{FF2B5EF4-FFF2-40B4-BE49-F238E27FC236}">
                <a16:creationId xmlns:a16="http://schemas.microsoft.com/office/drawing/2014/main" id="{9C3BE46F-D761-468B-A142-E24048BCD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892" y="7134203"/>
            <a:ext cx="3852862" cy="11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 cap="rnd">
            <a:noFill/>
            <a:round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70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0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7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*5-year ROC, calibration and Brier use the 60-month left limit (administrative censoring boundary).</a:t>
            </a:r>
          </a:p>
        </p:txBody>
      </p:sp>
    </p:spTree>
    <p:extLst>
      <p:ext uri="{BB962C8B-B14F-4D97-AF65-F5344CB8AC3E}">
        <p14:creationId xmlns:p14="http://schemas.microsoft.com/office/powerpoint/2010/main" val="4255831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2026-10-13T15:06:02.8070000Z</dcterms:created>
  <dcterms:modified xsi:type="dcterms:W3CDTF">2026-10-13T15:06:02.8070000Z</dcterms:modified>
</coreProperties>
</file>